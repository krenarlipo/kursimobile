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744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6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555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16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25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22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18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680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70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62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883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026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13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23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314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5367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547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60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Flutter App Development – Kapitulli 1: “Hello Flutter”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Nivel: Viti i tretë (Shkenca Kompjuterike)</a:t>
            </a:r>
          </a:p>
          <a:p>
            <a:pPr>
              <a:defRPr sz="1400"/>
            </a:pPr>
            <a:r>
              <a:t>Data: 2026-02-15</a:t>
            </a:r>
          </a:p>
          <a:p>
            <a:pPr>
              <a:defRPr sz="1400"/>
            </a:pPr>
            <a:r>
              <a:t>Qëllimi i kapitullit: të kuptojmë pse ekziston Flutter, çfarë problemi zgjidh, dhe si pozicionohet kundrejt alternativave cross-platform.</a:t>
            </a:r>
          </a:p>
          <a:p>
            <a:pPr>
              <a:defRPr sz="1400"/>
            </a:pPr>
            <a:r>
              <a:t>Struktura sipas kapitullit: Skenari motivues → Çfarë është Flutter → Pse Flutter → Opsionet e tjera → Zgjidhjet native (compile-to-native) → Përfundim.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Motivimi: Problemi i shumë platformave (Skenari i CEO)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Skenar real biznesi:</a:t>
            </a:r>
          </a:p>
          <a:p>
            <a:pPr>
              <a:defRPr sz="1400"/>
            </a:pPr>
            <a:r>
              <a:t>• CEO dëshiron të rrisë shitjet dhe të ulë shpenzimet.</a:t>
            </a:r>
          </a:p>
          <a:p>
            <a:pPr>
              <a:defRPr sz="1400"/>
            </a:pPr>
            <a:r>
              <a:t>• Web: i duhet web developer (HTML/CSS/JavaScript + framework si React/Vue/Angular).</a:t>
            </a:r>
          </a:p>
          <a:p>
            <a:pPr>
              <a:defRPr sz="1400"/>
            </a:pPr>
            <a:r>
              <a:t>• iOS: i duhet ekspert iOS (Swift/Objective‑C, Xcode, macOS, CocoaPods).</a:t>
            </a:r>
          </a:p>
          <a:p>
            <a:pPr>
              <a:defRPr sz="1400"/>
            </a:pPr>
            <a:r>
              <a:t>• Android: i duhet ekspert Android (Android OS, Gradle, Android SDK, XML, Android Studio, Java/Kotlin).</a:t>
            </a:r>
          </a:p>
          <a:p>
            <a:pPr>
              <a:defRPr sz="1400"/>
            </a:pPr>
            <a:r>
              <a:t>• Pika kyçe: fragmentim kompetencash + kosto + kohë + mirëmbajtje.</a:t>
            </a:r>
          </a:p>
          <a:p>
            <a:pPr>
              <a:defRPr sz="1400"/>
            </a:pPr>
            <a:r>
              <a:t>• Nevoja: “Një person / një kod” që publikohet në Web + App Store + Play Store.</a:t>
            </a:r>
          </a:p>
          <a:p>
            <a:pPr>
              <a:defRPr sz="1400"/>
            </a:pPr>
            <a:r>
              <a:t>Konkluzion motivues: Një codebase e vetme = një vend për bug‑fix, upgrade dhe evoluim.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Çfarë është Flutter? (Përkufizim dhe tipare)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Flutter = set mjetesh (tooling + framework) për aplikacione “të bukura” që ekzekutohen në:</a:t>
            </a:r>
          </a:p>
          <a:p>
            <a:pPr>
              <a:defRPr sz="1400"/>
            </a:pPr>
            <a:r>
              <a:t>• iOS, Android, Web, Windows, macOS, Linux (desktop).</a:t>
            </a:r>
          </a:p>
          <a:p>
            <a:pPr>
              <a:defRPr sz="1400"/>
            </a:pPr>
            <a:r>
              <a:t>Flutter është:</a:t>
            </a:r>
          </a:p>
          <a:p>
            <a:pPr>
              <a:defRPr sz="1400"/>
            </a:pPr>
            <a:r>
              <a:t>• Falas (pa kosto licencimi) dhe open‑source.</a:t>
            </a:r>
          </a:p>
          <a:p>
            <a:pPr>
              <a:defRPr sz="1400"/>
            </a:pPr>
            <a:r>
              <a:t>• I mbështetur dhe i iniciuar nga Google.</a:t>
            </a:r>
          </a:p>
          <a:p>
            <a:pPr>
              <a:defRPr sz="1400"/>
            </a:pPr>
            <a:r>
              <a:t>• I mirëmbajtur nga një ekip në Google + kontributorë global.</a:t>
            </a:r>
          </a:p>
          <a:p>
            <a:pPr>
              <a:defRPr sz="1400"/>
            </a:pPr>
            <a:r>
              <a:t>• I përdorur në prodhim nga mijëra zhvillues/organizata.</a:t>
            </a:r>
          </a:p>
          <a:p>
            <a:pPr>
              <a:defRPr sz="1400"/>
            </a:pPr>
            <a:r>
              <a:t>• I shpejtë sepse kompilon në aplikacione vërtet native (pa WebView/JS bridge).</a:t>
            </a:r>
          </a:p>
          <a:p>
            <a:pPr>
              <a:defRPr sz="1400"/>
            </a:pPr>
            <a:r>
              <a:t>• Një kod i shkruar një herë: kompilohet për miliarda browser, iPhone/iPad dhe Android pajisje.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Kuptim CS: “Compile-to-native” dhe pse ka rëndësi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>
              <a:defRPr sz="1400"/>
            </a:pPr>
            <a:r>
              <a:t>Koncept:</a:t>
            </a:r>
          </a:p>
          <a:p>
            <a:pPr>
              <a:defRPr sz="1400"/>
            </a:pPr>
            <a:r>
              <a:t>• Compile-to-native = kodi i gjuhës/framework-ut përkthehet (compiled) në artefakte që ekzekutohen si aplikacion native.</a:t>
            </a:r>
          </a:p>
          <a:p>
            <a:pPr>
              <a:defRPr sz="1400"/>
            </a:pPr>
            <a:r>
              <a:t>Pse është kritik:</a:t>
            </a:r>
          </a:p>
          <a:p>
            <a:pPr>
              <a:defRPr sz="1400"/>
            </a:pPr>
            <a:r>
              <a:t>• Performancë: shmang overhead-in e interpretimit / bridging.</a:t>
            </a:r>
          </a:p>
          <a:p>
            <a:pPr>
              <a:defRPr sz="1400"/>
            </a:pPr>
            <a:r>
              <a:t>• Integrim më i mirë me OS/hardware.</a:t>
            </a:r>
          </a:p>
          <a:p>
            <a:pPr>
              <a:defRPr sz="1400"/>
            </a:pPr>
            <a:r>
              <a:t>• UI më e qetë (smooth) dhe latencë më e ulët në input/animacione.</a:t>
            </a:r>
          </a:p>
          <a:p>
            <a:pPr>
              <a:defRPr sz="1400"/>
            </a:pPr>
            <a:r>
              <a:t>Termat që duhet të dish:</a:t>
            </a:r>
          </a:p>
          <a:p>
            <a:pPr>
              <a:defRPr sz="1400"/>
            </a:pPr>
            <a:r>
              <a:t>• WebView: “browser brenda aplikacionit” (shtresë shtesë).</a:t>
            </a:r>
          </a:p>
          <a:p>
            <a:pPr>
              <a:defRPr sz="1400"/>
            </a:pPr>
            <a:r>
              <a:t>• JavaScript bridge: kanal komunikimi JS ↔ native (kosto në runtime).</a:t>
            </a:r>
          </a:p>
          <a:p>
            <a:pPr>
              <a:defRPr sz="1400"/>
            </a:pPr>
            <a:r>
              <a:t>• Native app: përdor komponentë dhe kapacitete të OS pa shtresa të rënda ndërmjet.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Pse Flutter? (Misioni i Google dhe implikimet)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Misioni i Flutter (Google):</a:t>
            </a:r>
          </a:p>
          <a:p>
            <a:pPr>
              <a:defRPr sz="1400"/>
            </a:pPr>
            <a:r>
              <a:t>• “Të ndërtojë një mënyrë më të mirë për të zhvilluar për mobile.”</a:t>
            </a:r>
          </a:p>
          <a:p>
            <a:pPr>
              <a:defRPr sz="1400"/>
            </a:pPr>
            <a:r>
              <a:t>Çfarë NUK thotë misioni:</a:t>
            </a:r>
          </a:p>
          <a:p>
            <a:pPr>
              <a:defRPr sz="1400"/>
            </a:pPr>
            <a:r>
              <a:t>• Nuk fokusohet vetëm te Android (edhe pse është i Google).</a:t>
            </a:r>
          </a:p>
          <a:p>
            <a:pPr>
              <a:defRPr sz="1400"/>
            </a:pPr>
            <a:r>
              <a:t>• Nuk fokusohet vetëm te iOS apo vetëm te Web.</a:t>
            </a:r>
          </a:p>
          <a:p>
            <a:pPr>
              <a:defRPr sz="1400"/>
            </a:pPr>
            <a:r>
              <a:t>Implikim i rëndësishëm:</a:t>
            </a:r>
          </a:p>
          <a:p>
            <a:pPr>
              <a:defRPr sz="1400"/>
            </a:pPr>
            <a:r>
              <a:t>• Flutter synon të jetë më i mirë për iOS se Swift, për Android se Kotlin, dhe për Web se HTML/JavaScript.</a:t>
            </a:r>
          </a:p>
          <a:p>
            <a:pPr>
              <a:defRPr sz="1400"/>
            </a:pPr>
            <a:r>
              <a:t>• Plus: nëse i merr të gjitha njëkohësisht me një codebase, fitimi është edhe më i madh.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Provë / evidencë: produktiviteti dhe përdorimi në botë reale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Shembull i cituar në kapitull:</a:t>
            </a:r>
          </a:p>
          <a:p>
            <a:pPr>
              <a:defRPr sz="1400"/>
            </a:pPr>
            <a:r>
              <a:t>• Ekipi i Google CRM përdori Flutter për një app të brendshëm Android dhe e ndërtoi 3 herë më shpejt se toolchain-i tradicional Android.</a:t>
            </a:r>
          </a:p>
          <a:p>
            <a:pPr>
              <a:defRPr sz="1400"/>
            </a:pPr>
            <a:r>
              <a:t>Vëzhgim kritik:</a:t>
            </a:r>
          </a:p>
          <a:p>
            <a:pPr>
              <a:defRPr sz="1400"/>
            </a:pPr>
            <a:r>
              <a:t>• Flutter mbështet Web &amp; Desktop, por suksesi kryesor praktik është te iOS + Android.</a:t>
            </a:r>
          </a:p>
          <a:p>
            <a:pPr>
              <a:defRPr sz="1400"/>
            </a:pPr>
            <a:r>
              <a:t>• Platforma të tjera mund të shihen si “bonus” (icing on the cake), jo motivi kryesor për shumicën e ekipeve.</a:t>
            </a:r>
          </a:p>
          <a:p>
            <a:pPr>
              <a:defRPr sz="1400"/>
            </a:pPr>
            <a:r>
              <a:t>Çfarë do të thotë kjo për projektet:</a:t>
            </a:r>
          </a:p>
          <a:p>
            <a:pPr>
              <a:defRPr sz="1400"/>
            </a:pPr>
            <a:r>
              <a:t>• Nëse fokusi yt është mobile + publikim i shpejtë, Flutter është kandidat i fortë.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Opsionet e tjera Cross‑Platform: 3 “flavors”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Kapitulli i grupon alternativat në 3 kategori:</a:t>
            </a:r>
          </a:p>
          <a:p>
            <a:pPr>
              <a:defRPr sz="1400"/>
            </a:pPr>
            <a:r>
              <a:t>1) Progressive Web Apps (PWA)</a:t>
            </a:r>
          </a:p>
          <a:p>
            <a:pPr>
              <a:defRPr sz="1400"/>
            </a:pPr>
            <a:r>
              <a:t>2) Hybrid apps (WebView)</a:t>
            </a:r>
          </a:p>
          <a:p>
            <a:pPr>
              <a:defRPr sz="1400"/>
            </a:pPr>
            <a:r>
              <a:t>3) Compile‑to‑native solutions</a:t>
            </a:r>
          </a:p>
          <a:p>
            <a:pPr>
              <a:defRPr sz="1400"/>
            </a:pPr>
            <a:r>
              <a:t>Për çdo kategori duhet të analizosh:</a:t>
            </a:r>
          </a:p>
          <a:p>
            <a:pPr>
              <a:defRPr sz="1400"/>
            </a:pPr>
            <a:r>
              <a:t>• Performancën (latencë, FPS, smoothness)</a:t>
            </a:r>
          </a:p>
          <a:p>
            <a:pPr>
              <a:defRPr sz="1400"/>
            </a:pPr>
            <a:r>
              <a:t>• Aksesin në burimet e pajisjes (sensorë, background tasks, BT/NFC)</a:t>
            </a:r>
          </a:p>
          <a:p>
            <a:pPr>
              <a:defRPr sz="1400"/>
            </a:pPr>
            <a:r>
              <a:t>• Shpërndarjen (App Store/Play Store vs vetëm browser)</a:t>
            </a:r>
          </a:p>
          <a:p>
            <a:pPr>
              <a:defRPr sz="1400"/>
            </a:pPr>
            <a:r>
              <a:t>• Kompleksitetin e toolchain-it dhe kurbën e mësimit</a:t>
            </a:r>
          </a:p>
          <a:p>
            <a:pPr>
              <a:defRPr sz="1400"/>
            </a:pPr>
            <a:r>
              <a:t>• Ripërdorimin e kodit dhe arkitekturën e projektit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Tabela 1‑1: PWA vs Hybrid vs Compile‑to‑Native (pro/kontra)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20000"/>
          </a:bodyPr>
          <a:lstStyle/>
          <a:p>
            <a:pPr>
              <a:defRPr sz="1400"/>
            </a:pPr>
            <a:r>
              <a:t>PWA (HTML/CSS + React/Vue/Angular)</a:t>
            </a:r>
          </a:p>
          <a:p>
            <a:pPr>
              <a:defRPr sz="1400"/>
            </a:pPr>
            <a:r>
              <a:t>• PRO: e lehtë për t’u shkruar (sidomos për web devs).</a:t>
            </a:r>
          </a:p>
          <a:p>
            <a:pPr>
              <a:defRPr sz="1400"/>
            </a:pPr>
            <a:r>
              <a:t>• KONTRA: nuk është “app i vërtetë”; ekzekutohet në browser; jo në app stores; vështirë shortcut desktop.</a:t>
            </a:r>
          </a:p>
          <a:p>
            <a:pPr>
              <a:defRPr sz="1400"/>
            </a:pPr>
            <a:r>
              <a:t>  Kufizime në akses burimesh: background processing, compass, proximity sensor, Bluetooth, NFC, etj.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Hybrid (PhoneGap/Cordova/Sencha/Capacitor/Ionic)</a:t>
            </a:r>
          </a:p>
          <a:p>
            <a:pPr>
              <a:defRPr sz="1400"/>
            </a:pPr>
            <a:r>
              <a:t>• PRO: më e lehtë për web devs (HTML + JavaScript si strukturë).</a:t>
            </a:r>
          </a:p>
          <a:p>
            <a:pPr>
              <a:defRPr sz="1400"/>
            </a:pPr>
            <a:r>
              <a:t>• KONTRA: ekzekutohet në WebView → mund të jetë e ngadaltë; pothuaj e pamundur të ndash kodin me web app.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Compile‑to‑Native (React Native/NativeScript/Flutter/Maui)</a:t>
            </a:r>
          </a:p>
          <a:p>
            <a:pPr>
              <a:defRPr sz="1400"/>
            </a:pPr>
            <a:r>
              <a:t>• PRO: app reale në store dhe ekzekutohet shpejt.</a:t>
            </a:r>
          </a:p>
          <a:p>
            <a:pPr>
              <a:defRPr sz="1400"/>
            </a:pPr>
            <a:r>
              <a:t>• KONTRA: mësimi i framework‑ut dhe toolchain‑it mund të jetë i vështirë.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Si të zgjedhim qasjen? (Heuristika vendimmarrjeje)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Një mënyrë praktike për zgjedhje:</a:t>
            </a:r>
          </a:p>
          <a:p>
            <a:pPr>
              <a:defRPr sz="1400"/>
            </a:pPr>
            <a:r>
              <a:t>• Audiencë “captive” (pranon UX më të dobët) + buxhet minimal → PWA.</a:t>
            </a:r>
          </a:p>
          <a:p>
            <a:pPr>
              <a:defRPr sz="1400"/>
            </a:pPr>
            <a:r>
              <a:t>• App shumë naive + performance jo kritike → Hybrid (por me rrezik UX/perf).</a:t>
            </a:r>
          </a:p>
          <a:p>
            <a:pPr>
              <a:defRPr sz="1400"/>
            </a:pPr>
            <a:r>
              <a:t>• Kur kërkohen shpejtësi, smoothness, dhe aftësi të sofistikuara → Native / compile‑to‑native.</a:t>
            </a:r>
          </a:p>
          <a:p>
            <a:pPr>
              <a:defRPr sz="1400"/>
            </a:pPr>
            <a:r>
              <a:t>Kriteret që matim si CS:</a:t>
            </a:r>
          </a:p>
          <a:p>
            <a:pPr>
              <a:defRPr sz="1400"/>
            </a:pPr>
            <a:r>
              <a:t>• Kosto runtime (overhead), shfrytëzim CPU/GPU, memory footprint</a:t>
            </a:r>
          </a:p>
          <a:p>
            <a:pPr>
              <a:defRPr sz="1400"/>
            </a:pPr>
            <a:r>
              <a:t>• “Capability surface”: sa API të pajisjes i ke realisht</a:t>
            </a:r>
          </a:p>
          <a:p>
            <a:pPr>
              <a:defRPr sz="1400"/>
            </a:pPr>
            <a:r>
              <a:t>• Kompleksiteti i testimit dhe debugging (veçanërisht në multi‑platform)</a:t>
            </a:r>
          </a:p>
          <a:p>
            <a:pPr>
              <a:defRPr sz="1400"/>
            </a:pPr>
            <a:r>
              <a:t>• Risku i “platform divergence” (sjellje ndryshe në platforma)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Native Solutions: Framework-et compile‑to‑native (Tabela 1‑2)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Sipas kapitullit, 4 framework-e të njohura:</a:t>
            </a:r>
          </a:p>
          <a:p>
            <a:pPr>
              <a:defRPr sz="1400"/>
            </a:pPr>
            <a:r>
              <a:t>• Maui – (2011), backed: Microsoft, presentation: XAML/xamarin.forms, procedural: C#</a:t>
            </a:r>
          </a:p>
          <a:p>
            <a:pPr>
              <a:defRPr sz="1400"/>
            </a:pPr>
            <a:r>
              <a:t>• NativeScript – (2014), backed: Telerik, presentation: proprietary (ngjan me XML), procedural: JavaScript</a:t>
            </a:r>
          </a:p>
          <a:p>
            <a:pPr>
              <a:defRPr sz="1400"/>
            </a:pPr>
            <a:r>
              <a:t>• React Native – (2015), backed: Facebook, presentation: proprietary (ngjan me JSX), procedural: JavaScript</a:t>
            </a:r>
          </a:p>
          <a:p>
            <a:pPr>
              <a:defRPr sz="1400"/>
            </a:pPr>
            <a:r>
              <a:t>• Flutter – (2018), backed: Google, presentation: Dart, procedural: Dart</a:t>
            </a:r>
          </a:p>
          <a:p>
            <a:pPr>
              <a:defRPr sz="1400"/>
            </a:pPr>
            <a:r>
              <a:t>Observime:</a:t>
            </a:r>
          </a:p>
          <a:p>
            <a:pPr>
              <a:defRPr sz="1400"/>
            </a:pPr>
            <a:r>
              <a:t>• Të gjitha janë falas për zhvillim dhe të testuara në prodhim.</a:t>
            </a:r>
          </a:p>
          <a:p>
            <a:pPr>
              <a:defRPr sz="1400"/>
            </a:pPr>
            <a:r>
              <a:t>• Zgjedhja varet nga ekosistemi i ekipit (JS vs C# vs Dart) dhe kërkesat e UI/performance.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Pse Flutter “fiton” shpesh si framework më i 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Argumenti i kapitullit:</a:t>
            </a:r>
          </a:p>
          <a:p>
            <a:pPr>
              <a:defRPr sz="1400"/>
            </a:pPr>
            <a:r>
              <a:t>• Flutter është më i vonshëm në treg dhe ka avantazh: mëson nga dështimet/sukseset e paraardhësve.</a:t>
            </a:r>
          </a:p>
          <a:p>
            <a:pPr>
              <a:defRPr sz="1400"/>
            </a:pPr>
            <a:r>
              <a:t>• Inovacione të integruara “që në fillim” (baked‑in), jo të shtuara vonë (bolted‑on).</a:t>
            </a:r>
          </a:p>
          <a:p>
            <a:pPr>
              <a:defRPr sz="1400"/>
            </a:pPr>
            <a:r>
              <a:t>Përkthim në terminologji inxhinierike:</a:t>
            </a:r>
          </a:p>
          <a:p>
            <a:pPr>
              <a:defRPr sz="1400"/>
            </a:pPr>
            <a:r>
              <a:t>• Dizajn arkitekturor më koherent (cohesion) dhe më pak “legacy constraints”.</a:t>
            </a:r>
          </a:p>
          <a:p>
            <a:pPr>
              <a:defRPr sz="1400"/>
            </a:pPr>
            <a:r>
              <a:t>• Më pak kompromis nga kompatibiliteti historik.</a:t>
            </a:r>
          </a:p>
          <a:p>
            <a:pPr>
              <a:defRPr sz="1400"/>
            </a:pPr>
            <a:r>
              <a:t>• Përvojë zhvilluesi (DX) më e lartë → kodim më i këndshëm, iterim më i shpejtë.</a:t>
            </a:r>
          </a:p>
          <a:p>
            <a:pPr>
              <a:defRPr sz="1400"/>
            </a:pPr>
            <a:r>
              <a:t>Shënim: edhe framework-e të tjerë janë opsione të mira; zgjedhja është kontekstuale.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Përfundimi i Kapitullit 1: Çfarë duhet të marrësh me vete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Pikat kryesore:</a:t>
            </a:r>
          </a:p>
          <a:p>
            <a:pPr>
              <a:defRPr sz="1400"/>
            </a:pPr>
            <a:r>
              <a:t>• Flutter adreson problemin “një produkt, shumë platforma” me një codebase.</a:t>
            </a:r>
          </a:p>
          <a:p>
            <a:pPr>
              <a:defRPr sz="1400"/>
            </a:pPr>
            <a:r>
              <a:t>• Është falas/open‑source, i mbështetur nga Google dhe i përdorur në prodhim.</a:t>
            </a:r>
          </a:p>
          <a:p>
            <a:pPr>
              <a:defRPr sz="1400"/>
            </a:pPr>
            <a:r>
              <a:t>• Fokus praktik: iOS + Android (me Web/Desktop si plus).</a:t>
            </a:r>
          </a:p>
          <a:p>
            <a:pPr>
              <a:defRPr sz="1400"/>
            </a:pPr>
            <a:r>
              <a:t>• Alternativat ndahen në PWA, Hybrid (WebView), dhe compile‑to‑native.</a:t>
            </a:r>
          </a:p>
          <a:p>
            <a:pPr>
              <a:defRPr sz="1400"/>
            </a:pPr>
            <a:r>
              <a:t>• Kur performance/kapacitet janë kritike, compile‑to‑native është zgjedhja dominante.</a:t>
            </a:r>
          </a:p>
          <a:p>
            <a:pPr>
              <a:defRPr sz="1400"/>
            </a:pPr>
            <a:r>
              <a:t>Next: Kapitulli 2 – mjetet e zhvillimit (toolchain), instalimi, IDE, emulatorë, workflow.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Pyetje për diskutim (seminar) + Ushtrim shtëpie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Diskutim:</a:t>
            </a:r>
          </a:p>
          <a:p>
            <a:pPr>
              <a:defRPr sz="1400"/>
            </a:pPr>
            <a:r>
              <a:t>1) Në cilat raste PWA është zgjedhja më racionale? Jep 2 skenarë real.</a:t>
            </a:r>
          </a:p>
          <a:p>
            <a:pPr>
              <a:defRPr sz="1400"/>
            </a:pPr>
            <a:r>
              <a:t>2) Pse WebView dhe JS bridge mund të shkaktojnë overhead? Përshkruaj “hot path” të UI.</a:t>
            </a:r>
          </a:p>
          <a:p>
            <a:pPr>
              <a:defRPr sz="1400"/>
            </a:pPr>
            <a:r>
              <a:t>3) Për një app me Bluetooth/NFC dhe background processing, cilat kategori bie poshtë dhe pse?</a:t>
            </a:r>
          </a:p>
          <a:p>
            <a:pPr>
              <a:defRPr sz="1400"/>
            </a:pPr>
            <a:r>
              <a:t>4) A është gjithmonë “one codebase” përfitim? Diskuto riskun e platform-specific bugs.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Ushtrim:</a:t>
            </a:r>
          </a:p>
          <a:p>
            <a:pPr>
              <a:defRPr sz="1400"/>
            </a:pPr>
            <a:r>
              <a:t>• Zgjidh një app real (prodhuar) që përdor Flutter dhe përgatit 1 faqe raport:</a:t>
            </a:r>
          </a:p>
          <a:p>
            <a:pPr>
              <a:defRPr sz="1400"/>
            </a:pPr>
            <a:r>
              <a:t>  - platforma target, arsyet e zgjedhjes, benefitet, kompromiset, dhe çfarë do zgjidhje ndryshe.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</TotalTime>
  <Words>1594</Words>
  <Application>Microsoft Office PowerPoint</Application>
  <PresentationFormat>On-screen Show (4:3)</PresentationFormat>
  <Paragraphs>122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Garamond</vt:lpstr>
      <vt:lpstr>Organic</vt:lpstr>
      <vt:lpstr>Flutter App Development – Kapitulli 1: “Hello Flutter”</vt:lpstr>
      <vt:lpstr>Motivimi: Problemi i shumë platformave (Skenari i CEO)</vt:lpstr>
      <vt:lpstr>Çfarë është Flutter? (Përkufizim dhe tipare)</vt:lpstr>
      <vt:lpstr>Kuptim CS: “Compile-to-native” dhe pse ka rëndësi</vt:lpstr>
      <vt:lpstr>Pse Flutter? (Misioni i Google dhe implikimet)</vt:lpstr>
      <vt:lpstr>Provë / evidencë: produktiviteti dhe përdorimi në botë reale</vt:lpstr>
      <vt:lpstr>Opsionet e tjera Cross‑Platform: 3 “flavors”</vt:lpstr>
      <vt:lpstr>Tabela 1‑1: PWA vs Hybrid vs Compile‑to‑Native (pro/kontra)</vt:lpstr>
      <vt:lpstr>Si të zgjedhim qasjen? (Heuristika vendimmarrjeje)</vt:lpstr>
      <vt:lpstr>Native Solutions: Framework-et compile‑to‑native (Tabela 1‑2)</vt:lpstr>
      <vt:lpstr>Pse Flutter “fiton” shpesh si framework më i ri</vt:lpstr>
      <vt:lpstr>Përfundimi i Kapitullit 1: Çfarë duhet të marrësh me vete</vt:lpstr>
      <vt:lpstr>Pyetje për diskutim (seminar) + Ushtrim shtëpie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App Development – Kapitulli 1: “Hello Flutter”</dc:title>
  <dc:subject/>
  <dc:creator/>
  <cp:keywords/>
  <dc:description>generated using python-pptx</dc:description>
  <cp:lastModifiedBy>CTS</cp:lastModifiedBy>
  <cp:revision>2</cp:revision>
  <dcterms:created xsi:type="dcterms:W3CDTF">2013-01-27T09:14:16Z</dcterms:created>
  <dcterms:modified xsi:type="dcterms:W3CDTF">2026-02-15T23:34:00Z</dcterms:modified>
  <cp:category/>
</cp:coreProperties>
</file>