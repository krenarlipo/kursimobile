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1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3" r:id="rId26"/>
    <p:sldId id="284" r:id="rId27"/>
    <p:sldId id="270" r:id="rId2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98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/>
          <p:cNvGrpSpPr/>
          <p:nvPr/>
        </p:nvGrpSpPr>
        <p:grpSpPr>
          <a:xfrm>
            <a:off x="203200" y="0"/>
            <a:ext cx="3778250" cy="6858001"/>
            <a:chOff x="203200" y="0"/>
            <a:chExt cx="3778250" cy="6858001"/>
          </a:xfrm>
        </p:grpSpPr>
        <p:sp>
          <p:nvSpPr>
            <p:cNvPr id="14" name="Freeform 6"/>
            <p:cNvSpPr/>
            <p:nvPr/>
          </p:nvSpPr>
          <p:spPr bwMode="auto">
            <a:xfrm>
              <a:off x="641350" y="0"/>
              <a:ext cx="1365250" cy="3971925"/>
            </a:xfrm>
            <a:custGeom>
              <a:avLst/>
              <a:gdLst/>
              <a:ahLst/>
              <a:cxnLst/>
              <a:rect l="0" t="0" r="r" b="b"/>
              <a:pathLst>
                <a:path w="860" h="2502">
                  <a:moveTo>
                    <a:pt x="0" y="2445"/>
                  </a:moveTo>
                  <a:lnTo>
                    <a:pt x="228" y="2502"/>
                  </a:lnTo>
                  <a:lnTo>
                    <a:pt x="860" y="0"/>
                  </a:lnTo>
                  <a:lnTo>
                    <a:pt x="620" y="0"/>
                  </a:lnTo>
                  <a:lnTo>
                    <a:pt x="0" y="24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5" name="Freeform 7"/>
            <p:cNvSpPr/>
            <p:nvPr/>
          </p:nvSpPr>
          <p:spPr bwMode="auto">
            <a:xfrm>
              <a:off x="203200" y="0"/>
              <a:ext cx="1336675" cy="3862388"/>
            </a:xfrm>
            <a:custGeom>
              <a:avLst/>
              <a:gdLst/>
              <a:ahLst/>
              <a:cxnLst/>
              <a:rect l="0" t="0" r="r" b="b"/>
              <a:pathLst>
                <a:path w="842" h="2433">
                  <a:moveTo>
                    <a:pt x="842" y="0"/>
                  </a:moveTo>
                  <a:lnTo>
                    <a:pt x="602" y="0"/>
                  </a:lnTo>
                  <a:lnTo>
                    <a:pt x="0" y="2376"/>
                  </a:lnTo>
                  <a:lnTo>
                    <a:pt x="228" y="2433"/>
                  </a:lnTo>
                  <a:lnTo>
                    <a:pt x="842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6" name="Freeform 8"/>
            <p:cNvSpPr/>
            <p:nvPr/>
          </p:nvSpPr>
          <p:spPr bwMode="auto">
            <a:xfrm>
              <a:off x="207963" y="3776663"/>
              <a:ext cx="1936750" cy="3081338"/>
            </a:xfrm>
            <a:custGeom>
              <a:avLst/>
              <a:gdLst/>
              <a:ahLst/>
              <a:cxnLst/>
              <a:rect l="0" t="0" r="r" b="b"/>
              <a:pathLst>
                <a:path w="1220" h="1941">
                  <a:moveTo>
                    <a:pt x="0" y="0"/>
                  </a:moveTo>
                  <a:lnTo>
                    <a:pt x="1166" y="1941"/>
                  </a:lnTo>
                  <a:lnTo>
                    <a:pt x="1220" y="19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0" name="Freeform 9"/>
            <p:cNvSpPr/>
            <p:nvPr/>
          </p:nvSpPr>
          <p:spPr bwMode="auto">
            <a:xfrm>
              <a:off x="646113" y="3886200"/>
              <a:ext cx="2373313" cy="2971800"/>
            </a:xfrm>
            <a:custGeom>
              <a:avLst/>
              <a:gdLst/>
              <a:ahLst/>
              <a:cxnLst/>
              <a:rect l="0" t="0" r="r" b="b"/>
              <a:pathLst>
                <a:path w="1495" h="1872">
                  <a:moveTo>
                    <a:pt x="1495" y="1872"/>
                  </a:moveTo>
                  <a:lnTo>
                    <a:pt x="0" y="0"/>
                  </a:lnTo>
                  <a:lnTo>
                    <a:pt x="1442" y="1872"/>
                  </a:lnTo>
                  <a:lnTo>
                    <a:pt x="1495" y="1872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1" name="Freeform 10"/>
            <p:cNvSpPr/>
            <p:nvPr/>
          </p:nvSpPr>
          <p:spPr bwMode="auto">
            <a:xfrm>
              <a:off x="641350" y="3881438"/>
              <a:ext cx="3340100" cy="2976563"/>
            </a:xfrm>
            <a:custGeom>
              <a:avLst/>
              <a:gdLst/>
              <a:ahLst/>
              <a:cxnLst/>
              <a:rect l="0" t="0" r="r" b="b"/>
              <a:pathLst>
                <a:path w="2104" h="1875">
                  <a:moveTo>
                    <a:pt x="0" y="0"/>
                  </a:moveTo>
                  <a:lnTo>
                    <a:pt x="3" y="3"/>
                  </a:lnTo>
                  <a:lnTo>
                    <a:pt x="1498" y="1875"/>
                  </a:lnTo>
                  <a:lnTo>
                    <a:pt x="2104" y="1875"/>
                  </a:lnTo>
                  <a:lnTo>
                    <a:pt x="228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2" name="Freeform 11"/>
            <p:cNvSpPr/>
            <p:nvPr/>
          </p:nvSpPr>
          <p:spPr bwMode="auto">
            <a:xfrm>
              <a:off x="203200" y="3771900"/>
              <a:ext cx="2660650" cy="3086100"/>
            </a:xfrm>
            <a:custGeom>
              <a:avLst/>
              <a:gdLst/>
              <a:ahLst/>
              <a:cxnLst/>
              <a:rect l="0" t="0" r="r" b="b"/>
              <a:pathLst>
                <a:path w="1676" h="1944">
                  <a:moveTo>
                    <a:pt x="1676" y="1944"/>
                  </a:moveTo>
                  <a:lnTo>
                    <a:pt x="264" y="111"/>
                  </a:lnTo>
                  <a:lnTo>
                    <a:pt x="225" y="60"/>
                  </a:lnTo>
                  <a:lnTo>
                    <a:pt x="228" y="60"/>
                  </a:lnTo>
                  <a:lnTo>
                    <a:pt x="264" y="111"/>
                  </a:lnTo>
                  <a:lnTo>
                    <a:pt x="234" y="69"/>
                  </a:lnTo>
                  <a:lnTo>
                    <a:pt x="228" y="57"/>
                  </a:lnTo>
                  <a:lnTo>
                    <a:pt x="222" y="54"/>
                  </a:lnTo>
                  <a:lnTo>
                    <a:pt x="0" y="0"/>
                  </a:lnTo>
                  <a:lnTo>
                    <a:pt x="3" y="3"/>
                  </a:lnTo>
                  <a:lnTo>
                    <a:pt x="1223" y="1944"/>
                  </a:lnTo>
                  <a:lnTo>
                    <a:pt x="1676" y="1944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39673" y="914401"/>
            <a:ext cx="6947127" cy="3488266"/>
          </a:xfrm>
        </p:spPr>
        <p:txBody>
          <a:bodyPr anchor="b">
            <a:normAutofit/>
          </a:bodyPr>
          <a:lstStyle>
            <a:lvl1pPr algn="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24238" y="4402666"/>
            <a:ext cx="5762563" cy="1364531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25773" y="6117336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23733" y="6117336"/>
            <a:ext cx="360943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5320" y="6117336"/>
            <a:ext cx="41148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Freeform 12"/>
          <p:cNvSpPr/>
          <p:nvPr/>
        </p:nvSpPr>
        <p:spPr bwMode="auto">
          <a:xfrm>
            <a:off x="203200" y="3771900"/>
            <a:ext cx="361950" cy="90488"/>
          </a:xfrm>
          <a:custGeom>
            <a:avLst/>
            <a:gdLst/>
            <a:ahLst/>
            <a:cxnLst/>
            <a:rect l="0" t="0" r="r" b="b"/>
            <a:pathLst>
              <a:path w="228" h="57">
                <a:moveTo>
                  <a:pt x="228" y="57"/>
                </a:moveTo>
                <a:lnTo>
                  <a:pt x="0" y="0"/>
                </a:lnTo>
                <a:lnTo>
                  <a:pt x="222" y="54"/>
                </a:lnTo>
                <a:lnTo>
                  <a:pt x="228" y="57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4" name="Freeform 13"/>
          <p:cNvSpPr/>
          <p:nvPr/>
        </p:nvSpPr>
        <p:spPr bwMode="auto">
          <a:xfrm>
            <a:off x="560388" y="3867150"/>
            <a:ext cx="61913" cy="80963"/>
          </a:xfrm>
          <a:custGeom>
            <a:avLst/>
            <a:gdLst/>
            <a:ahLst/>
            <a:cxnLst/>
            <a:rect l="0" t="0" r="r" b="b"/>
            <a:pathLst>
              <a:path w="39" h="51">
                <a:moveTo>
                  <a:pt x="0" y="0"/>
                </a:moveTo>
                <a:lnTo>
                  <a:pt x="39" y="51"/>
                </a:lnTo>
                <a:lnTo>
                  <a:pt x="3" y="0"/>
                </a:lnTo>
                <a:lnTo>
                  <a:pt x="0" y="0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</p:spTree>
    <p:extLst>
      <p:ext uri="{BB962C8B-B14F-4D97-AF65-F5344CB8AC3E}">
        <p14:creationId xmlns:p14="http://schemas.microsoft.com/office/powerpoint/2010/main" val="14579537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667000"/>
            <a:ext cx="7704667" cy="3332816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44329" y="6108173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72647" y="6108173"/>
            <a:ext cx="53145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6593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6995" y="2666998"/>
            <a:ext cx="6699805" cy="2360071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6998" y="5027070"/>
            <a:ext cx="6699802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3317" y="6116070"/>
            <a:ext cx="41348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1551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685801"/>
            <a:ext cx="7704667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82133" y="2667000"/>
            <a:ext cx="3739896" cy="336867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46904" y="2667000"/>
            <a:ext cx="3739896" cy="334682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5767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9481" y="2658533"/>
            <a:ext cx="345629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3523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61710" y="2667000"/>
            <a:ext cx="3467806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57266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5833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800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9358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1600200"/>
            <a:ext cx="2662534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7553" y="685800"/>
            <a:ext cx="4681962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4" y="2971800"/>
            <a:ext cx="2662534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4037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2332" y="1752599"/>
            <a:ext cx="4070679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97495" y="914400"/>
            <a:ext cx="2461371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2332" y="3124199"/>
            <a:ext cx="4070679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2716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3" y="4732865"/>
            <a:ext cx="751599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89975" y="932112"/>
            <a:ext cx="6171065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3" y="5299603"/>
            <a:ext cx="751599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846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685800"/>
            <a:ext cx="751599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5948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598235" y="3428999"/>
            <a:ext cx="6631128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3" y="4343400"/>
            <a:ext cx="751599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6045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3308581"/>
            <a:ext cx="751598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7381"/>
            <a:ext cx="751599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6468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5" y="3886200"/>
            <a:ext cx="751599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5200"/>
            <a:ext cx="751599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2615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685801"/>
            <a:ext cx="7515991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4" y="3505200"/>
            <a:ext cx="7515992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2383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00563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01393" y="685800"/>
            <a:ext cx="1328123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3524" y="685800"/>
            <a:ext cx="6016373" cy="5105400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6475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0"/>
            <a:ext cx="2132013" cy="6858001"/>
            <a:chOff x="0" y="0"/>
            <a:chExt cx="2132013" cy="6858001"/>
          </a:xfrm>
        </p:grpSpPr>
        <p:sp>
          <p:nvSpPr>
            <p:cNvPr id="15" name="Freeform 6"/>
            <p:cNvSpPr/>
            <p:nvPr/>
          </p:nvSpPr>
          <p:spPr bwMode="auto">
            <a:xfrm>
              <a:off x="0" y="0"/>
              <a:ext cx="1073150" cy="5291138"/>
            </a:xfrm>
            <a:custGeom>
              <a:avLst/>
              <a:gdLst/>
              <a:ahLst/>
              <a:cxnLst/>
              <a:rect l="0" t="0" r="r" b="b"/>
              <a:pathLst>
                <a:path w="676" h="3333">
                  <a:moveTo>
                    <a:pt x="0" y="3132"/>
                  </a:moveTo>
                  <a:lnTo>
                    <a:pt x="0" y="3312"/>
                  </a:lnTo>
                  <a:lnTo>
                    <a:pt x="126" y="3333"/>
                  </a:lnTo>
                  <a:lnTo>
                    <a:pt x="676" y="0"/>
                  </a:lnTo>
                  <a:lnTo>
                    <a:pt x="514" y="0"/>
                  </a:lnTo>
                  <a:lnTo>
                    <a:pt x="0" y="313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6" name="Freeform 7"/>
            <p:cNvSpPr/>
            <p:nvPr/>
          </p:nvSpPr>
          <p:spPr bwMode="auto">
            <a:xfrm>
              <a:off x="0" y="0"/>
              <a:ext cx="758825" cy="4624388"/>
            </a:xfrm>
            <a:custGeom>
              <a:avLst/>
              <a:gdLst/>
              <a:ahLst/>
              <a:cxnLst/>
              <a:rect l="0" t="0" r="r" b="b"/>
              <a:pathLst>
                <a:path w="478" h="2913">
                  <a:moveTo>
                    <a:pt x="478" y="0"/>
                  </a:moveTo>
                  <a:lnTo>
                    <a:pt x="318" y="0"/>
                  </a:lnTo>
                  <a:lnTo>
                    <a:pt x="0" y="1938"/>
                  </a:lnTo>
                  <a:lnTo>
                    <a:pt x="0" y="2913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7" name="Freeform 8"/>
            <p:cNvSpPr/>
            <p:nvPr/>
          </p:nvSpPr>
          <p:spPr bwMode="auto">
            <a:xfrm>
              <a:off x="0" y="5662613"/>
              <a:ext cx="906463" cy="1195388"/>
            </a:xfrm>
            <a:custGeom>
              <a:avLst/>
              <a:gdLst/>
              <a:ahLst/>
              <a:cxnLst/>
              <a:rect l="0" t="0" r="r" b="b"/>
              <a:pathLst>
                <a:path w="571" h="753">
                  <a:moveTo>
                    <a:pt x="0" y="0"/>
                  </a:moveTo>
                  <a:lnTo>
                    <a:pt x="0" y="12"/>
                  </a:lnTo>
                  <a:lnTo>
                    <a:pt x="538" y="753"/>
                  </a:lnTo>
                  <a:lnTo>
                    <a:pt x="571" y="7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8" name="Freeform 9"/>
            <p:cNvSpPr/>
            <p:nvPr/>
          </p:nvSpPr>
          <p:spPr bwMode="auto">
            <a:xfrm>
              <a:off x="0" y="5295900"/>
              <a:ext cx="1487488" cy="1562100"/>
            </a:xfrm>
            <a:custGeom>
              <a:avLst/>
              <a:gdLst/>
              <a:ahLst/>
              <a:cxnLst/>
              <a:rect l="0" t="0" r="r" b="b"/>
              <a:pathLst>
                <a:path w="937" h="984">
                  <a:moveTo>
                    <a:pt x="0" y="0"/>
                  </a:moveTo>
                  <a:lnTo>
                    <a:pt x="0" y="3"/>
                  </a:lnTo>
                  <a:lnTo>
                    <a:pt x="901" y="984"/>
                  </a:lnTo>
                  <a:lnTo>
                    <a:pt x="937" y="9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9" name="Freeform 10"/>
            <p:cNvSpPr/>
            <p:nvPr/>
          </p:nvSpPr>
          <p:spPr bwMode="auto">
            <a:xfrm>
              <a:off x="0" y="5257800"/>
              <a:ext cx="2132013" cy="1600200"/>
            </a:xfrm>
            <a:custGeom>
              <a:avLst/>
              <a:gdLst/>
              <a:ahLst/>
              <a:cxnLst/>
              <a:rect l="0" t="0" r="r" b="b"/>
              <a:pathLst>
                <a:path w="1343" h="1008">
                  <a:moveTo>
                    <a:pt x="0" y="24"/>
                  </a:moveTo>
                  <a:lnTo>
                    <a:pt x="937" y="1008"/>
                  </a:lnTo>
                  <a:lnTo>
                    <a:pt x="1343" y="1008"/>
                  </a:lnTo>
                  <a:lnTo>
                    <a:pt x="126" y="21"/>
                  </a:lnTo>
                  <a:lnTo>
                    <a:pt x="0" y="0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0" name="Freeform 11"/>
            <p:cNvSpPr/>
            <p:nvPr/>
          </p:nvSpPr>
          <p:spPr bwMode="auto">
            <a:xfrm>
              <a:off x="0" y="5357813"/>
              <a:ext cx="1377950" cy="1500188"/>
            </a:xfrm>
            <a:custGeom>
              <a:avLst/>
              <a:gdLst/>
              <a:ahLst/>
              <a:cxnLst/>
              <a:rect l="0" t="0" r="r" b="b"/>
              <a:pathLst>
                <a:path w="868" h="945">
                  <a:moveTo>
                    <a:pt x="0" y="192"/>
                  </a:moveTo>
                  <a:lnTo>
                    <a:pt x="571" y="945"/>
                  </a:lnTo>
                  <a:lnTo>
                    <a:pt x="868" y="945"/>
                  </a:lnTo>
                  <a:lnTo>
                    <a:pt x="0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134" y="2667000"/>
            <a:ext cx="7704666" cy="33569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8679" y="6116070"/>
            <a:ext cx="8574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6997" y="6116070"/>
            <a:ext cx="5314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73317" y="6116070"/>
            <a:ext cx="4134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366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4" r:id="rId3"/>
    <p:sldLayoutId id="2147483695" r:id="rId4"/>
    <p:sldLayoutId id="2147483696" r:id="rId5"/>
    <p:sldLayoutId id="2147483697" r:id="rId6"/>
    <p:sldLayoutId id="2147483698" r:id="rId7"/>
    <p:sldLayoutId id="2147483699" r:id="rId8"/>
    <p:sldLayoutId id="2147483700" r:id="rId9"/>
    <p:sldLayoutId id="2147483701" r:id="rId10"/>
    <p:sldLayoutId id="2147483702" r:id="rId11"/>
    <p:sldLayoutId id="2147483703" r:id="rId12"/>
    <p:sldLayoutId id="2147483704" r:id="rId13"/>
    <p:sldLayoutId id="2147483705" r:id="rId14"/>
    <p:sldLayoutId id="2147483706" r:id="rId15"/>
    <p:sldLayoutId id="2147483707" r:id="rId16"/>
    <p:sldLayoutId id="2147483708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Karakteristika</a:t>
            </a:r>
            <a:r>
              <a:rPr dirty="0"/>
              <a:t> Flutter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Flutter </a:t>
            </a:r>
            <a:r>
              <a:rPr dirty="0" err="1"/>
              <a:t>është</a:t>
            </a:r>
            <a:r>
              <a:rPr dirty="0"/>
              <a:t> </a:t>
            </a:r>
            <a:r>
              <a:rPr dirty="0" err="1"/>
              <a:t>një</a:t>
            </a:r>
            <a:r>
              <a:rPr dirty="0"/>
              <a:t> </a:t>
            </a:r>
            <a:r>
              <a:rPr lang="en-US" dirty="0"/>
              <a:t>framework,</a:t>
            </a:r>
            <a:r>
              <a:rPr dirty="0"/>
              <a:t> </a:t>
            </a:r>
            <a:r>
              <a:rPr lang="en-US" dirty="0"/>
              <a:t>open source </a:t>
            </a:r>
            <a:r>
              <a:rPr dirty="0" err="1"/>
              <a:t>dhe</a:t>
            </a:r>
            <a:r>
              <a:rPr dirty="0"/>
              <a:t> </a:t>
            </a:r>
            <a:r>
              <a:rPr dirty="0" err="1"/>
              <a:t>falas</a:t>
            </a:r>
            <a:r>
              <a:rPr dirty="0"/>
              <a:t>, </a:t>
            </a:r>
            <a:r>
              <a:rPr dirty="0" err="1"/>
              <a:t>i</a:t>
            </a:r>
            <a:r>
              <a:rPr dirty="0"/>
              <a:t> </a:t>
            </a:r>
            <a:r>
              <a:rPr dirty="0" err="1"/>
              <a:t>cili</a:t>
            </a:r>
            <a:r>
              <a:rPr dirty="0"/>
              <a:t> </a:t>
            </a:r>
            <a:r>
              <a:rPr dirty="0" err="1"/>
              <a:t>përdor</a:t>
            </a:r>
            <a:r>
              <a:rPr dirty="0"/>
              <a:t> </a:t>
            </a:r>
            <a:r>
              <a:rPr dirty="0" err="1"/>
              <a:t>gjuhën</a:t>
            </a:r>
            <a:r>
              <a:rPr dirty="0"/>
              <a:t> e </a:t>
            </a:r>
            <a:r>
              <a:rPr dirty="0" err="1"/>
              <a:t>programimit</a:t>
            </a:r>
            <a:r>
              <a:rPr dirty="0"/>
              <a:t> Dart. Ai </a:t>
            </a:r>
            <a:r>
              <a:rPr dirty="0" err="1"/>
              <a:t>ofron</a:t>
            </a:r>
            <a:r>
              <a:rPr dirty="0"/>
              <a:t> </a:t>
            </a:r>
            <a:r>
              <a:rPr dirty="0" err="1"/>
              <a:t>një</a:t>
            </a:r>
            <a:r>
              <a:rPr dirty="0"/>
              <a:t> </a:t>
            </a:r>
            <a:r>
              <a:rPr dirty="0" err="1"/>
              <a:t>përvojë</a:t>
            </a:r>
            <a:r>
              <a:rPr dirty="0"/>
              <a:t> </a:t>
            </a:r>
            <a:r>
              <a:rPr dirty="0" err="1"/>
              <a:t>të</a:t>
            </a:r>
            <a:r>
              <a:rPr dirty="0"/>
              <a:t> </a:t>
            </a:r>
            <a:r>
              <a:rPr dirty="0" err="1"/>
              <a:t>shpejtë</a:t>
            </a:r>
            <a:r>
              <a:rPr dirty="0"/>
              <a:t> </a:t>
            </a:r>
            <a:r>
              <a:rPr dirty="0" err="1"/>
              <a:t>dhe</a:t>
            </a:r>
            <a:r>
              <a:rPr dirty="0"/>
              <a:t> </a:t>
            </a:r>
            <a:r>
              <a:rPr dirty="0" err="1"/>
              <a:t>të</a:t>
            </a:r>
            <a:r>
              <a:rPr dirty="0"/>
              <a:t> </a:t>
            </a:r>
            <a:r>
              <a:rPr dirty="0" err="1"/>
              <a:t>përsosur</a:t>
            </a:r>
            <a:r>
              <a:rPr dirty="0"/>
              <a:t> </a:t>
            </a:r>
            <a:r>
              <a:rPr dirty="0" err="1"/>
              <a:t>për</a:t>
            </a:r>
            <a:r>
              <a:rPr dirty="0"/>
              <a:t> </a:t>
            </a:r>
            <a:r>
              <a:rPr lang="en-US" dirty="0" err="1"/>
              <a:t>programuesit</a:t>
            </a:r>
            <a:r>
              <a:rPr dirty="0"/>
              <a:t>, duke </a:t>
            </a:r>
            <a:r>
              <a:rPr dirty="0" err="1"/>
              <a:t>për</a:t>
            </a:r>
            <a:r>
              <a:rPr lang="en-US" dirty="0" err="1"/>
              <a:t>dour</a:t>
            </a:r>
            <a:r>
              <a:rPr lang="en-US" dirty="0"/>
              <a:t> </a:t>
            </a:r>
            <a:r>
              <a:rPr lang="en-US" dirty="0" err="1"/>
              <a:t>një</a:t>
            </a:r>
            <a:r>
              <a:rPr lang="en-US" dirty="0"/>
              <a:t> </a:t>
            </a:r>
            <a:r>
              <a:rPr lang="en-US" dirty="0" err="1"/>
              <a:t>mekanizëm</a:t>
            </a:r>
            <a:r>
              <a:rPr lang="en-US" dirty="0"/>
              <a:t> optimal </a:t>
            </a:r>
            <a:r>
              <a:rPr lang="en-US" dirty="0" err="1"/>
              <a:t>për</a:t>
            </a:r>
            <a:r>
              <a:rPr lang="en-US" dirty="0"/>
              <a:t> </a:t>
            </a:r>
            <a:r>
              <a:rPr lang="en-US" dirty="0" err="1"/>
              <a:t>zhvillimin</a:t>
            </a:r>
            <a:r>
              <a:rPr lang="en-US" dirty="0"/>
              <a:t> e </a:t>
            </a:r>
            <a:r>
              <a:rPr lang="en-US" dirty="0" err="1"/>
              <a:t>një</a:t>
            </a:r>
            <a:r>
              <a:rPr lang="en-US" dirty="0"/>
              <a:t> </a:t>
            </a:r>
            <a:r>
              <a:rPr lang="en-US" dirty="0" err="1"/>
              <a:t>aplikacioni</a:t>
            </a:r>
            <a:r>
              <a:rPr lang="en-US" dirty="0"/>
              <a:t> mobile. </a:t>
            </a:r>
            <a:r>
              <a:rPr lang="en-US" dirty="0" err="1"/>
              <a:t>Çdo</a:t>
            </a:r>
            <a:r>
              <a:rPr lang="en-US" dirty="0"/>
              <a:t> </a:t>
            </a:r>
            <a:r>
              <a:rPr lang="en-US" dirty="0" err="1"/>
              <a:t>pjesë</a:t>
            </a:r>
            <a:r>
              <a:rPr lang="en-US" dirty="0"/>
              <a:t> </a:t>
            </a:r>
            <a:r>
              <a:rPr lang="en-US" dirty="0" err="1"/>
              <a:t>kodi</a:t>
            </a:r>
            <a:r>
              <a:rPr lang="en-US" dirty="0"/>
              <a:t> ka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integruar</a:t>
            </a:r>
            <a:r>
              <a:rPr lang="en-US" dirty="0"/>
              <a:t> Hot Reload-in </a:t>
            </a:r>
            <a:r>
              <a:rPr lang="en-US" dirty="0" err="1"/>
              <a:t>për</a:t>
            </a:r>
            <a:r>
              <a:rPr lang="en-US" dirty="0"/>
              <a:t> </a:t>
            </a:r>
            <a:r>
              <a:rPr lang="en-US" dirty="0" err="1"/>
              <a:t>përshpejtimin</a:t>
            </a:r>
            <a:r>
              <a:rPr lang="en-US" dirty="0"/>
              <a:t> e </a:t>
            </a:r>
            <a:r>
              <a:rPr lang="en-US" dirty="0" err="1"/>
              <a:t>testeve</a:t>
            </a:r>
            <a:r>
              <a:rPr lang="en-US" dirty="0"/>
              <a:t> </a:t>
            </a:r>
            <a:r>
              <a:rPr lang="en-US" dirty="0" err="1"/>
              <a:t>dhe</a:t>
            </a:r>
            <a:r>
              <a:rPr lang="en-US" dirty="0"/>
              <a:t> </a:t>
            </a:r>
            <a:r>
              <a:rPr lang="en-US" dirty="0" err="1"/>
              <a:t>veprimeve</a:t>
            </a:r>
            <a:r>
              <a:rPr lang="en-US" dirty="0"/>
              <a:t> </a:t>
            </a:r>
            <a:r>
              <a:rPr lang="en-US" dirty="0" err="1"/>
              <a:t>tek</a:t>
            </a:r>
            <a:r>
              <a:rPr lang="en-US" dirty="0"/>
              <a:t> </a:t>
            </a:r>
            <a:r>
              <a:rPr lang="en-US" dirty="0" err="1"/>
              <a:t>aplikacioni</a:t>
            </a:r>
            <a:r>
              <a:rPr lang="en-US"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P</a:t>
            </a:r>
            <a:r>
              <a:rPr lang="en-US" dirty="0" err="1"/>
              <a:t>ërse</a:t>
            </a:r>
            <a:r>
              <a:rPr dirty="0"/>
              <a:t> </a:t>
            </a:r>
            <a:r>
              <a:rPr lang="en-US" dirty="0" err="1"/>
              <a:t>këshillohet</a:t>
            </a:r>
            <a:r>
              <a:rPr lang="en-US" dirty="0"/>
              <a:t> </a:t>
            </a:r>
            <a:r>
              <a:rPr dirty="0"/>
              <a:t>Flutter?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Flutter </a:t>
            </a:r>
            <a:r>
              <a:rPr lang="en-US" dirty="0" err="1"/>
              <a:t>eliminon</a:t>
            </a:r>
            <a:r>
              <a:rPr lang="en-US" dirty="0"/>
              <a:t> </a:t>
            </a:r>
            <a:r>
              <a:rPr lang="en-US" dirty="0" err="1"/>
              <a:t>nevojën</a:t>
            </a:r>
            <a:r>
              <a:rPr lang="en-US" dirty="0"/>
              <a:t> </a:t>
            </a:r>
            <a:r>
              <a:rPr lang="en-US" dirty="0" err="1"/>
              <a:t>për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zhvilluar</a:t>
            </a:r>
            <a:r>
              <a:rPr lang="en-US" dirty="0"/>
              <a:t> </a:t>
            </a:r>
            <a:r>
              <a:rPr lang="en-US" dirty="0" err="1"/>
              <a:t>veçmas</a:t>
            </a:r>
            <a:r>
              <a:rPr lang="en-US" dirty="0"/>
              <a:t> </a:t>
            </a:r>
            <a:r>
              <a:rPr lang="en-US" dirty="0" err="1"/>
              <a:t>për</a:t>
            </a:r>
            <a:r>
              <a:rPr lang="en-US" dirty="0"/>
              <a:t> iOS </a:t>
            </a:r>
            <a:r>
              <a:rPr lang="en-US" dirty="0" err="1"/>
              <a:t>dhe</a:t>
            </a:r>
            <a:r>
              <a:rPr lang="en-US" dirty="0"/>
              <a:t> Android, duke </a:t>
            </a:r>
            <a:r>
              <a:rPr lang="en-US" dirty="0" err="1"/>
              <a:t>ulur</a:t>
            </a:r>
            <a:r>
              <a:rPr lang="en-US" dirty="0"/>
              <a:t> </a:t>
            </a:r>
            <a:r>
              <a:rPr lang="en-US" dirty="0" err="1"/>
              <a:t>kostot</a:t>
            </a:r>
            <a:r>
              <a:rPr lang="en-US" dirty="0"/>
              <a:t> </a:t>
            </a:r>
            <a:r>
              <a:rPr lang="en-US" dirty="0" err="1"/>
              <a:t>dhe</a:t>
            </a:r>
            <a:r>
              <a:rPr lang="en-US" dirty="0"/>
              <a:t> </a:t>
            </a:r>
            <a:r>
              <a:rPr lang="en-US" dirty="0" err="1"/>
              <a:t>kohën</a:t>
            </a:r>
            <a:r>
              <a:rPr lang="en-US" dirty="0"/>
              <a:t> e </a:t>
            </a:r>
            <a:r>
              <a:rPr lang="en-US" dirty="0" err="1"/>
              <a:t>zhvillimit</a:t>
            </a:r>
            <a:r>
              <a:rPr lang="en-US" dirty="0"/>
              <a:t>. </a:t>
            </a:r>
          </a:p>
          <a:p>
            <a:r>
              <a:rPr lang="en-US" dirty="0" err="1"/>
              <a:t>Përshtatet</a:t>
            </a:r>
            <a:r>
              <a:rPr lang="en-US" dirty="0"/>
              <a:t> </a:t>
            </a:r>
            <a:r>
              <a:rPr lang="en-US" dirty="0" err="1"/>
              <a:t>për</a:t>
            </a:r>
            <a:r>
              <a:rPr lang="en-US" dirty="0"/>
              <a:t> </a:t>
            </a:r>
            <a:r>
              <a:rPr lang="en-US" dirty="0" err="1"/>
              <a:t>biznese</a:t>
            </a:r>
            <a:r>
              <a:rPr lang="en-US" dirty="0"/>
              <a:t> </a:t>
            </a:r>
            <a:r>
              <a:rPr lang="en-US" dirty="0" err="1"/>
              <a:t>individuale</a:t>
            </a:r>
            <a:r>
              <a:rPr lang="en-US" dirty="0"/>
              <a:t> </a:t>
            </a:r>
            <a:r>
              <a:rPr lang="en-US" dirty="0" err="1"/>
              <a:t>deri</a:t>
            </a:r>
            <a:r>
              <a:rPr lang="en-US" dirty="0"/>
              <a:t> </a:t>
            </a:r>
            <a:r>
              <a:rPr lang="en-US" dirty="0" err="1"/>
              <a:t>në</a:t>
            </a:r>
            <a:r>
              <a:rPr lang="en-US" dirty="0"/>
              <a:t> </a:t>
            </a:r>
            <a:r>
              <a:rPr lang="en-US" dirty="0" err="1"/>
              <a:t>biznese</a:t>
            </a:r>
            <a:r>
              <a:rPr lang="en-US" dirty="0"/>
              <a:t> e-commerce, </a:t>
            </a:r>
            <a:r>
              <a:rPr lang="en-US" dirty="0" err="1"/>
              <a:t>që</a:t>
            </a:r>
            <a:r>
              <a:rPr lang="en-US" dirty="0"/>
              <a:t> </a:t>
            </a:r>
            <a:r>
              <a:rPr lang="en-US" dirty="0" err="1"/>
              <a:t>nuk</a:t>
            </a:r>
            <a:r>
              <a:rPr lang="en-US" dirty="0"/>
              <a:t> </a:t>
            </a:r>
            <a:r>
              <a:rPr lang="en-US" dirty="0" err="1"/>
              <a:t>kanë</a:t>
            </a:r>
            <a:r>
              <a:rPr lang="en-US" dirty="0"/>
              <a:t> </a:t>
            </a:r>
            <a:r>
              <a:rPr lang="en-US" dirty="0" err="1"/>
              <a:t>nevojë</a:t>
            </a:r>
            <a:r>
              <a:rPr lang="en-US" dirty="0"/>
              <a:t> </a:t>
            </a:r>
            <a:r>
              <a:rPr lang="en-US" dirty="0" err="1"/>
              <a:t>për</a:t>
            </a:r>
            <a:r>
              <a:rPr lang="en-US" dirty="0"/>
              <a:t> </a:t>
            </a:r>
            <a:r>
              <a:rPr lang="en-US" dirty="0" err="1"/>
              <a:t>shumë</a:t>
            </a:r>
            <a:r>
              <a:rPr lang="en-US" dirty="0"/>
              <a:t> </a:t>
            </a:r>
            <a:r>
              <a:rPr lang="en-US" dirty="0" err="1"/>
              <a:t>ngarkesë</a:t>
            </a:r>
            <a:r>
              <a:rPr lang="en-US" dirty="0"/>
              <a:t> </a:t>
            </a:r>
            <a:r>
              <a:rPr lang="en-US" dirty="0" err="1"/>
              <a:t>grafike</a:t>
            </a:r>
            <a:r>
              <a:rPr lang="en-US" dirty="0"/>
              <a:t> </a:t>
            </a:r>
            <a:r>
              <a:rPr lang="en-US" dirty="0" err="1"/>
              <a:t>dhe</a:t>
            </a:r>
            <a:r>
              <a:rPr lang="en-US" dirty="0"/>
              <a:t> 3D-rendering</a:t>
            </a:r>
          </a:p>
          <a:p>
            <a:r>
              <a:rPr dirty="0"/>
              <a:t>Ai </a:t>
            </a:r>
            <a:r>
              <a:rPr dirty="0" err="1"/>
              <a:t>gjithashtu</a:t>
            </a:r>
            <a:r>
              <a:rPr dirty="0"/>
              <a:t> </a:t>
            </a:r>
            <a:r>
              <a:rPr dirty="0" err="1"/>
              <a:t>siguron</a:t>
            </a:r>
            <a:r>
              <a:rPr dirty="0"/>
              <a:t> </a:t>
            </a:r>
            <a:r>
              <a:rPr dirty="0" err="1"/>
              <a:t>një</a:t>
            </a:r>
            <a:r>
              <a:rPr dirty="0"/>
              <a:t> </a:t>
            </a:r>
            <a:r>
              <a:rPr dirty="0" err="1"/>
              <a:t>performancë</a:t>
            </a:r>
            <a:r>
              <a:rPr dirty="0"/>
              <a:t> </a:t>
            </a:r>
            <a:r>
              <a:rPr dirty="0" err="1"/>
              <a:t>të</a:t>
            </a:r>
            <a:r>
              <a:rPr dirty="0"/>
              <a:t> </a:t>
            </a:r>
            <a:r>
              <a:rPr dirty="0" err="1"/>
              <a:t>lartë</a:t>
            </a:r>
            <a:r>
              <a:rPr dirty="0"/>
              <a:t> </a:t>
            </a:r>
            <a:r>
              <a:rPr dirty="0" err="1"/>
              <a:t>pasi</a:t>
            </a:r>
            <a:r>
              <a:rPr dirty="0"/>
              <a:t> </a:t>
            </a:r>
            <a:r>
              <a:rPr dirty="0" err="1"/>
              <a:t>përpilon</a:t>
            </a:r>
            <a:r>
              <a:rPr dirty="0"/>
              <a:t> </a:t>
            </a:r>
            <a:r>
              <a:rPr dirty="0" err="1"/>
              <a:t>drejtpërdrejt</a:t>
            </a:r>
            <a:r>
              <a:rPr dirty="0"/>
              <a:t> </a:t>
            </a:r>
            <a:r>
              <a:rPr dirty="0" err="1"/>
              <a:t>në</a:t>
            </a:r>
            <a:r>
              <a:rPr dirty="0"/>
              <a:t> </a:t>
            </a:r>
            <a:r>
              <a:rPr dirty="0" err="1"/>
              <a:t>kod</a:t>
            </a:r>
            <a:r>
              <a:rPr dirty="0"/>
              <a:t> </a:t>
            </a:r>
            <a:r>
              <a:rPr dirty="0" err="1"/>
              <a:t>natyror</a:t>
            </a:r>
            <a:r>
              <a:rPr dirty="0"/>
              <a:t>, </a:t>
            </a:r>
            <a:r>
              <a:rPr dirty="0" err="1"/>
              <a:t>në</a:t>
            </a:r>
            <a:r>
              <a:rPr dirty="0"/>
              <a:t> vend </a:t>
            </a:r>
            <a:r>
              <a:rPr dirty="0" err="1"/>
              <a:t>që</a:t>
            </a:r>
            <a:r>
              <a:rPr dirty="0"/>
              <a:t> </a:t>
            </a:r>
            <a:r>
              <a:rPr dirty="0" err="1"/>
              <a:t>të</a:t>
            </a:r>
            <a:r>
              <a:rPr dirty="0"/>
              <a:t> </a:t>
            </a:r>
            <a:r>
              <a:rPr dirty="0" err="1"/>
              <a:t>përdorë</a:t>
            </a:r>
            <a:r>
              <a:rPr dirty="0"/>
              <a:t> </a:t>
            </a:r>
            <a:r>
              <a:rPr dirty="0" err="1"/>
              <a:t>interpret</a:t>
            </a:r>
            <a:r>
              <a:rPr lang="en-US" dirty="0" err="1"/>
              <a:t>ues</a:t>
            </a:r>
            <a:r>
              <a:rPr dirty="0"/>
              <a:t> </a:t>
            </a:r>
            <a:r>
              <a:rPr dirty="0" err="1"/>
              <a:t>si</a:t>
            </a:r>
            <a:r>
              <a:rPr dirty="0"/>
              <a:t> React Native.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4" y="457201"/>
            <a:ext cx="6983515" cy="966246"/>
          </a:xfrm>
        </p:spPr>
        <p:txBody>
          <a:bodyPr>
            <a:normAutofit fontScale="90000"/>
          </a:bodyPr>
          <a:lstStyle/>
          <a:p>
            <a:r>
              <a:rPr dirty="0" err="1"/>
              <a:t>Opsionet</a:t>
            </a:r>
            <a:r>
              <a:rPr dirty="0"/>
              <a:t> e </a:t>
            </a:r>
            <a:r>
              <a:rPr dirty="0" err="1"/>
              <a:t>tjera</a:t>
            </a:r>
            <a:r>
              <a:rPr dirty="0"/>
              <a:t> </a:t>
            </a:r>
            <a:r>
              <a:rPr dirty="0" err="1"/>
              <a:t>për</a:t>
            </a:r>
            <a:r>
              <a:rPr dirty="0"/>
              <a:t> </a:t>
            </a:r>
            <a:r>
              <a:rPr dirty="0" err="1"/>
              <a:t>zhvillimin</a:t>
            </a:r>
            <a:r>
              <a:rPr dirty="0"/>
              <a:t> </a:t>
            </a:r>
            <a:r>
              <a:rPr dirty="0" err="1"/>
              <a:t>ndër-platformor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064631" cy="4310406"/>
          </a:xfrm>
        </p:spPr>
        <p:txBody>
          <a:bodyPr>
            <a:normAutofit/>
          </a:bodyPr>
          <a:lstStyle/>
          <a:p>
            <a:r>
              <a:rPr dirty="0"/>
              <a:t>Ka </a:t>
            </a:r>
            <a:r>
              <a:rPr dirty="0" err="1"/>
              <a:t>disa</a:t>
            </a:r>
            <a:r>
              <a:rPr dirty="0"/>
              <a:t> </a:t>
            </a:r>
            <a:r>
              <a:rPr dirty="0" err="1"/>
              <a:t>metoda</a:t>
            </a:r>
            <a:r>
              <a:rPr dirty="0"/>
              <a:t> </a:t>
            </a:r>
            <a:r>
              <a:rPr dirty="0" err="1"/>
              <a:t>për</a:t>
            </a:r>
            <a:r>
              <a:rPr dirty="0"/>
              <a:t> </a:t>
            </a:r>
            <a:r>
              <a:rPr dirty="0" err="1"/>
              <a:t>zhvillimin</a:t>
            </a:r>
            <a:r>
              <a:rPr dirty="0"/>
              <a:t> </a:t>
            </a:r>
            <a:r>
              <a:rPr lang="en-US" dirty="0"/>
              <a:t>cross</a:t>
            </a:r>
            <a:r>
              <a:rPr dirty="0"/>
              <a:t>-platform:</a:t>
            </a:r>
          </a:p>
          <a:p>
            <a:r>
              <a:rPr dirty="0"/>
              <a:t>1. **</a:t>
            </a:r>
            <a:r>
              <a:rPr dirty="0" err="1"/>
              <a:t>Aplikacionet</a:t>
            </a:r>
            <a:r>
              <a:rPr dirty="0"/>
              <a:t> </a:t>
            </a:r>
            <a:r>
              <a:rPr dirty="0" err="1"/>
              <a:t>Progresive</a:t>
            </a:r>
            <a:r>
              <a:rPr dirty="0"/>
              <a:t> Web (PWA)** - </a:t>
            </a:r>
            <a:r>
              <a:rPr dirty="0" err="1"/>
              <a:t>Janë</a:t>
            </a:r>
            <a:r>
              <a:rPr dirty="0"/>
              <a:t> </a:t>
            </a:r>
            <a:r>
              <a:rPr dirty="0" err="1"/>
              <a:t>aplikacione</a:t>
            </a:r>
            <a:r>
              <a:rPr dirty="0"/>
              <a:t> </a:t>
            </a:r>
            <a:r>
              <a:rPr dirty="0" err="1"/>
              <a:t>që</a:t>
            </a:r>
            <a:r>
              <a:rPr dirty="0"/>
              <a:t> </a:t>
            </a:r>
            <a:r>
              <a:rPr dirty="0" err="1"/>
              <a:t>ekzekutohen</a:t>
            </a:r>
            <a:r>
              <a:rPr dirty="0"/>
              <a:t> </a:t>
            </a:r>
            <a:r>
              <a:rPr dirty="0" err="1"/>
              <a:t>në</a:t>
            </a:r>
            <a:r>
              <a:rPr dirty="0"/>
              <a:t> </a:t>
            </a:r>
            <a:r>
              <a:rPr dirty="0" err="1"/>
              <a:t>shfletues</a:t>
            </a:r>
            <a:r>
              <a:rPr dirty="0"/>
              <a:t> </a:t>
            </a:r>
            <a:r>
              <a:rPr dirty="0" err="1"/>
              <a:t>dhe</a:t>
            </a:r>
            <a:r>
              <a:rPr dirty="0"/>
              <a:t> </a:t>
            </a:r>
            <a:r>
              <a:rPr dirty="0" err="1"/>
              <a:t>nuk</a:t>
            </a:r>
            <a:r>
              <a:rPr dirty="0"/>
              <a:t> </a:t>
            </a:r>
            <a:r>
              <a:rPr dirty="0" err="1"/>
              <a:t>kanë</a:t>
            </a:r>
            <a:r>
              <a:rPr dirty="0"/>
              <a:t> </a:t>
            </a:r>
            <a:r>
              <a:rPr dirty="0" err="1"/>
              <a:t>qasje</a:t>
            </a:r>
            <a:r>
              <a:rPr dirty="0"/>
              <a:t> </a:t>
            </a:r>
            <a:r>
              <a:rPr dirty="0" err="1"/>
              <a:t>të</a:t>
            </a:r>
            <a:r>
              <a:rPr dirty="0"/>
              <a:t> </a:t>
            </a:r>
            <a:r>
              <a:rPr dirty="0" err="1"/>
              <a:t>plotë</a:t>
            </a:r>
            <a:r>
              <a:rPr dirty="0"/>
              <a:t> </a:t>
            </a:r>
            <a:r>
              <a:rPr dirty="0" err="1"/>
              <a:t>në</a:t>
            </a:r>
            <a:r>
              <a:rPr dirty="0"/>
              <a:t> </a:t>
            </a:r>
            <a:r>
              <a:rPr dirty="0" err="1"/>
              <a:t>pajisje</a:t>
            </a:r>
            <a:r>
              <a:rPr dirty="0"/>
              <a:t>.</a:t>
            </a:r>
          </a:p>
          <a:p>
            <a:r>
              <a:rPr dirty="0"/>
              <a:t>2. **</a:t>
            </a:r>
            <a:r>
              <a:rPr dirty="0" err="1"/>
              <a:t>Zgjidhjet</a:t>
            </a:r>
            <a:r>
              <a:rPr dirty="0"/>
              <a:t> </a:t>
            </a:r>
            <a:r>
              <a:rPr dirty="0" err="1"/>
              <a:t>Hibride</a:t>
            </a:r>
            <a:r>
              <a:rPr dirty="0"/>
              <a:t> (Cordova, Ionic)** - </a:t>
            </a:r>
            <a:r>
              <a:rPr dirty="0" err="1"/>
              <a:t>Përdorin</a:t>
            </a:r>
            <a:r>
              <a:rPr dirty="0"/>
              <a:t> </a:t>
            </a:r>
            <a:r>
              <a:rPr dirty="0" err="1"/>
              <a:t>teknologji</a:t>
            </a:r>
            <a:r>
              <a:rPr dirty="0"/>
              <a:t> </a:t>
            </a:r>
            <a:r>
              <a:rPr dirty="0" err="1"/>
              <a:t>të</a:t>
            </a:r>
            <a:r>
              <a:rPr dirty="0"/>
              <a:t> </a:t>
            </a:r>
            <a:r>
              <a:rPr dirty="0" err="1"/>
              <a:t>bazuara</a:t>
            </a:r>
            <a:r>
              <a:rPr dirty="0"/>
              <a:t> </a:t>
            </a:r>
            <a:r>
              <a:rPr dirty="0" err="1"/>
              <a:t>në</a:t>
            </a:r>
            <a:r>
              <a:rPr dirty="0"/>
              <a:t> web, por </a:t>
            </a:r>
            <a:r>
              <a:rPr dirty="0" err="1"/>
              <a:t>janë</a:t>
            </a:r>
            <a:r>
              <a:rPr dirty="0"/>
              <a:t> </a:t>
            </a:r>
            <a:r>
              <a:rPr dirty="0" err="1"/>
              <a:t>më</a:t>
            </a:r>
            <a:r>
              <a:rPr dirty="0"/>
              <a:t> </a:t>
            </a:r>
            <a:r>
              <a:rPr dirty="0" err="1"/>
              <a:t>të</a:t>
            </a:r>
            <a:r>
              <a:rPr dirty="0"/>
              <a:t> </a:t>
            </a:r>
            <a:r>
              <a:rPr dirty="0" err="1"/>
              <a:t>ngadalta</a:t>
            </a:r>
            <a:r>
              <a:rPr dirty="0"/>
              <a:t>.</a:t>
            </a:r>
          </a:p>
          <a:p>
            <a:r>
              <a:rPr dirty="0"/>
              <a:t>3. **</a:t>
            </a:r>
            <a:r>
              <a:rPr dirty="0" err="1"/>
              <a:t>Zgjidhjet</a:t>
            </a:r>
            <a:r>
              <a:rPr dirty="0"/>
              <a:t> </a:t>
            </a:r>
            <a:r>
              <a:rPr dirty="0" err="1"/>
              <a:t>që</a:t>
            </a:r>
            <a:r>
              <a:rPr dirty="0"/>
              <a:t> </a:t>
            </a:r>
            <a:r>
              <a:rPr dirty="0" err="1"/>
              <a:t>përpilohen</a:t>
            </a:r>
            <a:r>
              <a:rPr dirty="0"/>
              <a:t> </a:t>
            </a:r>
            <a:r>
              <a:rPr lang="en-US" dirty="0" err="1"/>
              <a:t>në</a:t>
            </a:r>
            <a:r>
              <a:rPr lang="en-US" dirty="0"/>
              <a:t> </a:t>
            </a:r>
            <a:r>
              <a:rPr lang="en-US" dirty="0" err="1"/>
              <a:t>aplikacione</a:t>
            </a:r>
            <a:r>
              <a:rPr lang="en-US" dirty="0"/>
              <a:t> native</a:t>
            </a:r>
            <a:r>
              <a:rPr dirty="0"/>
              <a:t> (Flutter, React Native, </a:t>
            </a:r>
            <a:r>
              <a:rPr dirty="0" err="1"/>
              <a:t>NativeScript</a:t>
            </a:r>
            <a:r>
              <a:rPr dirty="0"/>
              <a:t>, MAUI)** - </a:t>
            </a:r>
            <a:r>
              <a:rPr dirty="0" err="1"/>
              <a:t>Përdorin</a:t>
            </a:r>
            <a:r>
              <a:rPr dirty="0"/>
              <a:t> </a:t>
            </a:r>
            <a:r>
              <a:rPr dirty="0" err="1"/>
              <a:t>një</a:t>
            </a:r>
            <a:r>
              <a:rPr dirty="0"/>
              <a:t> </a:t>
            </a:r>
            <a:r>
              <a:rPr dirty="0" err="1"/>
              <a:t>kod</a:t>
            </a:r>
            <a:r>
              <a:rPr dirty="0"/>
              <a:t> </a:t>
            </a:r>
            <a:r>
              <a:rPr dirty="0" err="1"/>
              <a:t>të</a:t>
            </a:r>
            <a:r>
              <a:rPr dirty="0"/>
              <a:t> </a:t>
            </a:r>
            <a:r>
              <a:rPr dirty="0" err="1"/>
              <a:t>përbashkët</a:t>
            </a:r>
            <a:r>
              <a:rPr dirty="0"/>
              <a:t> </a:t>
            </a:r>
            <a:r>
              <a:rPr dirty="0" err="1"/>
              <a:t>për</a:t>
            </a:r>
            <a:r>
              <a:rPr dirty="0"/>
              <a:t> </a:t>
            </a:r>
            <a:r>
              <a:rPr dirty="0" err="1"/>
              <a:t>performancë</a:t>
            </a:r>
            <a:r>
              <a:rPr dirty="0"/>
              <a:t> </a:t>
            </a:r>
            <a:r>
              <a:rPr dirty="0" err="1"/>
              <a:t>të</a:t>
            </a:r>
            <a:r>
              <a:rPr dirty="0"/>
              <a:t> </a:t>
            </a:r>
            <a:r>
              <a:rPr dirty="0" err="1"/>
              <a:t>lartë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Zgjidhjet</a:t>
            </a:r>
            <a:r>
              <a:rPr dirty="0"/>
              <a:t> </a:t>
            </a:r>
            <a:r>
              <a:rPr lang="en-US" dirty="0"/>
              <a:t>native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Zgjidhjet</a:t>
            </a:r>
            <a:r>
              <a:rPr lang="en-US" dirty="0"/>
              <a:t> native </a:t>
            </a:r>
            <a:r>
              <a:rPr lang="en-US" dirty="0" err="1"/>
              <a:t>janë</a:t>
            </a:r>
            <a:r>
              <a:rPr lang="en-US" dirty="0"/>
              <a:t> </a:t>
            </a:r>
            <a:r>
              <a:rPr lang="en-US" dirty="0" err="1"/>
              <a:t>zhvillimet</a:t>
            </a:r>
            <a:r>
              <a:rPr lang="en-US" dirty="0"/>
              <a:t> </a:t>
            </a:r>
            <a:r>
              <a:rPr lang="en-US" dirty="0" err="1"/>
              <a:t>më</a:t>
            </a:r>
            <a:r>
              <a:rPr lang="en-US" dirty="0"/>
              <a:t> </a:t>
            </a:r>
            <a:r>
              <a:rPr lang="en-US" dirty="0" err="1"/>
              <a:t>popullore</a:t>
            </a:r>
            <a:r>
              <a:rPr lang="en-US" dirty="0"/>
              <a:t> sot. </a:t>
            </a:r>
            <a:r>
              <a:rPr lang="en-US" dirty="0" err="1"/>
              <a:t>Një</a:t>
            </a:r>
            <a:r>
              <a:rPr lang="en-US" dirty="0"/>
              <a:t> </a:t>
            </a:r>
            <a:r>
              <a:rPr lang="en-US" dirty="0" err="1"/>
              <a:t>zgjidhje</a:t>
            </a:r>
            <a:r>
              <a:rPr lang="en-US" dirty="0"/>
              <a:t> native </a:t>
            </a:r>
            <a:r>
              <a:rPr lang="en-US" dirty="0" err="1"/>
              <a:t>nënkupton</a:t>
            </a:r>
            <a:r>
              <a:rPr lang="en-US" dirty="0"/>
              <a:t> </a:t>
            </a:r>
            <a:r>
              <a:rPr lang="en-US" dirty="0" err="1"/>
              <a:t>veprimin</a:t>
            </a:r>
            <a:r>
              <a:rPr lang="en-US" dirty="0"/>
              <a:t> </a:t>
            </a:r>
            <a:r>
              <a:rPr lang="en-US" dirty="0" err="1"/>
              <a:t>drejtpërdrejt</a:t>
            </a:r>
            <a:r>
              <a:rPr lang="en-US" dirty="0"/>
              <a:t> </a:t>
            </a:r>
            <a:r>
              <a:rPr lang="en-US" dirty="0" err="1"/>
              <a:t>në</a:t>
            </a:r>
            <a:r>
              <a:rPr lang="en-US" dirty="0"/>
              <a:t> </a:t>
            </a:r>
            <a:r>
              <a:rPr lang="en-US" dirty="0" err="1"/>
              <a:t>kodin</a:t>
            </a:r>
            <a:r>
              <a:rPr lang="en-US" dirty="0"/>
              <a:t> </a:t>
            </a:r>
            <a:r>
              <a:rPr lang="en-US" dirty="0" err="1"/>
              <a:t>bërthamë</a:t>
            </a:r>
            <a:r>
              <a:rPr lang="en-US" dirty="0"/>
              <a:t> duke e </a:t>
            </a:r>
            <a:r>
              <a:rPr lang="en-US" dirty="0" err="1"/>
              <a:t>konvertuar</a:t>
            </a:r>
            <a:r>
              <a:rPr lang="en-US" dirty="0"/>
              <a:t> </a:t>
            </a:r>
            <a:r>
              <a:rPr lang="en-US" dirty="0" err="1"/>
              <a:t>atë</a:t>
            </a:r>
            <a:r>
              <a:rPr lang="en-US" dirty="0"/>
              <a:t> </a:t>
            </a:r>
            <a:r>
              <a:rPr lang="en-US" dirty="0" err="1"/>
              <a:t>në</a:t>
            </a:r>
            <a:r>
              <a:rPr lang="en-US" dirty="0"/>
              <a:t> </a:t>
            </a:r>
            <a:r>
              <a:rPr lang="en-US" dirty="0" err="1"/>
              <a:t>kod</a:t>
            </a:r>
            <a:r>
              <a:rPr lang="en-US" dirty="0"/>
              <a:t> </a:t>
            </a:r>
            <a:r>
              <a:rPr lang="en-US" dirty="0" err="1"/>
              <a:t>diferencial</a:t>
            </a:r>
            <a:r>
              <a:rPr lang="en-US" dirty="0"/>
              <a:t> </a:t>
            </a:r>
            <a:r>
              <a:rPr lang="en-US" dirty="0" err="1"/>
              <a:t>për</a:t>
            </a:r>
            <a:r>
              <a:rPr lang="en-US" dirty="0"/>
              <a:t> </a:t>
            </a:r>
            <a:r>
              <a:rPr lang="en-US" dirty="0" err="1"/>
              <a:t>platforma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ndryshme</a:t>
            </a:r>
            <a:endParaRPr lang="en-US" dirty="0"/>
          </a:p>
          <a:p>
            <a:r>
              <a:rPr dirty="0" err="1"/>
              <a:t>Zgjidhjet</a:t>
            </a:r>
            <a:r>
              <a:rPr dirty="0"/>
              <a:t> </a:t>
            </a:r>
            <a:r>
              <a:rPr dirty="0" err="1"/>
              <a:t>më</a:t>
            </a:r>
            <a:r>
              <a:rPr dirty="0"/>
              <a:t> </a:t>
            </a:r>
            <a:r>
              <a:rPr dirty="0" err="1"/>
              <a:t>të</a:t>
            </a:r>
            <a:r>
              <a:rPr dirty="0"/>
              <a:t> </a:t>
            </a:r>
            <a:r>
              <a:rPr dirty="0" err="1"/>
              <a:t>njohura</a:t>
            </a:r>
            <a:r>
              <a:rPr dirty="0"/>
              <a:t> </a:t>
            </a:r>
            <a:r>
              <a:rPr dirty="0" err="1"/>
              <a:t>për</a:t>
            </a:r>
            <a:r>
              <a:rPr dirty="0"/>
              <a:t> </a:t>
            </a:r>
            <a:r>
              <a:rPr dirty="0" err="1"/>
              <a:t>zhvillimin</a:t>
            </a:r>
            <a:r>
              <a:rPr dirty="0"/>
              <a:t> </a:t>
            </a:r>
            <a:r>
              <a:rPr lang="en-US" dirty="0"/>
              <a:t>cross-platform</a:t>
            </a:r>
            <a:r>
              <a:rPr dirty="0"/>
              <a:t> </a:t>
            </a:r>
            <a:r>
              <a:rPr dirty="0" err="1"/>
              <a:t>janë</a:t>
            </a:r>
            <a:r>
              <a:rPr dirty="0"/>
              <a:t> Flutter, React Native, </a:t>
            </a:r>
            <a:r>
              <a:rPr dirty="0" err="1"/>
              <a:t>NativeScript</a:t>
            </a:r>
            <a:r>
              <a:rPr dirty="0"/>
              <a:t> </a:t>
            </a:r>
            <a:r>
              <a:rPr dirty="0" err="1"/>
              <a:t>dhe</a:t>
            </a:r>
            <a:r>
              <a:rPr dirty="0"/>
              <a:t> MAUI. </a:t>
            </a:r>
            <a:endParaRPr lang="en-US" dirty="0"/>
          </a:p>
          <a:p>
            <a:r>
              <a:rPr dirty="0"/>
              <a:t>Flutter </a:t>
            </a:r>
            <a:r>
              <a:rPr dirty="0" err="1"/>
              <a:t>dallohet</a:t>
            </a:r>
            <a:r>
              <a:rPr dirty="0"/>
              <a:t> </a:t>
            </a:r>
            <a:r>
              <a:rPr dirty="0" err="1"/>
              <a:t>për</a:t>
            </a:r>
            <a:r>
              <a:rPr dirty="0"/>
              <a:t> </a:t>
            </a:r>
            <a:r>
              <a:rPr dirty="0" err="1"/>
              <a:t>performancën</a:t>
            </a:r>
            <a:r>
              <a:rPr dirty="0"/>
              <a:t> e </a:t>
            </a:r>
            <a:r>
              <a:rPr dirty="0" err="1"/>
              <a:t>tij</a:t>
            </a:r>
            <a:r>
              <a:rPr dirty="0"/>
              <a:t> </a:t>
            </a:r>
            <a:r>
              <a:rPr dirty="0" err="1"/>
              <a:t>të</a:t>
            </a:r>
            <a:r>
              <a:rPr dirty="0"/>
              <a:t> </a:t>
            </a:r>
            <a:r>
              <a:rPr dirty="0" err="1"/>
              <a:t>lartë</a:t>
            </a:r>
            <a:r>
              <a:rPr dirty="0"/>
              <a:t> </a:t>
            </a:r>
            <a:r>
              <a:rPr dirty="0" err="1"/>
              <a:t>dhe</a:t>
            </a:r>
            <a:r>
              <a:rPr dirty="0"/>
              <a:t> </a:t>
            </a:r>
            <a:r>
              <a:rPr dirty="0" err="1"/>
              <a:t>për</a:t>
            </a:r>
            <a:r>
              <a:rPr dirty="0"/>
              <a:t> </a:t>
            </a:r>
            <a:r>
              <a:rPr dirty="0" err="1"/>
              <a:t>një</a:t>
            </a:r>
            <a:r>
              <a:rPr dirty="0"/>
              <a:t> </a:t>
            </a:r>
            <a:r>
              <a:rPr dirty="0" err="1"/>
              <a:t>sistem</a:t>
            </a:r>
            <a:r>
              <a:rPr dirty="0"/>
              <a:t> </a:t>
            </a:r>
            <a:r>
              <a:rPr dirty="0" err="1"/>
              <a:t>komponentësh</a:t>
            </a:r>
            <a:r>
              <a:rPr dirty="0"/>
              <a:t> </a:t>
            </a:r>
            <a:r>
              <a:rPr dirty="0" err="1"/>
              <a:t>të</a:t>
            </a:r>
            <a:r>
              <a:rPr dirty="0"/>
              <a:t> </a:t>
            </a:r>
            <a:r>
              <a:rPr dirty="0" err="1"/>
              <a:t>pasur</a:t>
            </a:r>
            <a:r>
              <a:rPr dirty="0"/>
              <a:t> (Widgets).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Instalimi i Flutter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Për të instaluar Flutter, duhet të shkarkoni SDK-në e tij dhe të vendosni variablat e ambientit për ta përdorur në terminal. Për shembull:</a:t>
            </a:r>
          </a:p>
          <a:p>
            <a:endParaRPr/>
          </a:p>
          <a:p>
            <a:r>
              <a:t>`flutter doctor` </a:t>
            </a:r>
          </a:p>
          <a:p>
            <a:endParaRPr/>
          </a:p>
          <a:p>
            <a:r>
              <a:t> Kjo komandë verifikon nëse mjedisi juaj është gati për zhvillim.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Mjetet e zhvillimit në Flutter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Flutter përdor disa mjete të fuqishme:</a:t>
            </a:r>
          </a:p>
          <a:p>
            <a:r>
              <a:t>- **Flutter SDK** për të menaxhuar kodin dhe përpilimin.</a:t>
            </a:r>
          </a:p>
          <a:p>
            <a:r>
              <a:t>- **IDE si VS Code dhe Android Studio** për të shkruar dhe debug-uar kodin.</a:t>
            </a:r>
          </a:p>
          <a:p>
            <a:r>
              <a:t>- **DevTools** për analizim dhe debugging të aplikacioneve.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Krijimi i një projekti Flutter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Për</a:t>
            </a:r>
            <a:r>
              <a:rPr dirty="0"/>
              <a:t> </a:t>
            </a:r>
            <a:r>
              <a:rPr dirty="0" err="1"/>
              <a:t>të</a:t>
            </a:r>
            <a:r>
              <a:rPr dirty="0"/>
              <a:t> </a:t>
            </a:r>
            <a:r>
              <a:rPr dirty="0" err="1"/>
              <a:t>krijuar</a:t>
            </a:r>
            <a:r>
              <a:rPr dirty="0"/>
              <a:t> </a:t>
            </a:r>
            <a:r>
              <a:rPr dirty="0" err="1"/>
              <a:t>një</a:t>
            </a:r>
            <a:r>
              <a:rPr dirty="0"/>
              <a:t> </a:t>
            </a:r>
            <a:r>
              <a:rPr dirty="0" err="1"/>
              <a:t>projekt</a:t>
            </a:r>
            <a:r>
              <a:rPr dirty="0"/>
              <a:t> </a:t>
            </a:r>
            <a:r>
              <a:rPr dirty="0" err="1"/>
              <a:t>të</a:t>
            </a:r>
            <a:r>
              <a:rPr dirty="0"/>
              <a:t> </a:t>
            </a:r>
            <a:r>
              <a:rPr dirty="0" err="1"/>
              <a:t>ri</a:t>
            </a:r>
            <a:r>
              <a:rPr dirty="0"/>
              <a:t> Flutter, </a:t>
            </a:r>
            <a:r>
              <a:rPr dirty="0" err="1"/>
              <a:t>përdorni</a:t>
            </a:r>
            <a:r>
              <a:rPr dirty="0"/>
              <a:t> </a:t>
            </a:r>
            <a:r>
              <a:rPr dirty="0" err="1"/>
              <a:t>komandën</a:t>
            </a:r>
            <a:r>
              <a:rPr dirty="0"/>
              <a:t>:</a:t>
            </a:r>
          </a:p>
          <a:p>
            <a:r>
              <a:rPr dirty="0"/>
              <a:t>flutter create </a:t>
            </a:r>
            <a:r>
              <a:rPr dirty="0" err="1"/>
              <a:t>emri_projektit</a:t>
            </a:r>
            <a:endParaRPr dirty="0"/>
          </a:p>
          <a:p>
            <a:r>
              <a:rPr dirty="0" err="1"/>
              <a:t>Kjo</a:t>
            </a:r>
            <a:r>
              <a:rPr dirty="0"/>
              <a:t> do </a:t>
            </a:r>
            <a:r>
              <a:rPr dirty="0" err="1"/>
              <a:t>të</a:t>
            </a:r>
            <a:r>
              <a:rPr dirty="0"/>
              <a:t> </a:t>
            </a:r>
            <a:r>
              <a:rPr dirty="0" err="1"/>
              <a:t>krijojë</a:t>
            </a:r>
            <a:r>
              <a:rPr dirty="0"/>
              <a:t> </a:t>
            </a:r>
            <a:r>
              <a:rPr dirty="0" err="1"/>
              <a:t>një</a:t>
            </a:r>
            <a:r>
              <a:rPr dirty="0"/>
              <a:t> </a:t>
            </a:r>
            <a:r>
              <a:rPr dirty="0" err="1"/>
              <a:t>strukturë</a:t>
            </a:r>
            <a:r>
              <a:rPr dirty="0"/>
              <a:t> </a:t>
            </a:r>
            <a:r>
              <a:rPr dirty="0" err="1"/>
              <a:t>të</a:t>
            </a:r>
            <a:r>
              <a:rPr dirty="0"/>
              <a:t> </a:t>
            </a:r>
            <a:r>
              <a:rPr dirty="0" err="1"/>
              <a:t>plotë</a:t>
            </a:r>
            <a:r>
              <a:rPr dirty="0"/>
              <a:t> </a:t>
            </a:r>
            <a:r>
              <a:rPr dirty="0" err="1"/>
              <a:t>të</a:t>
            </a:r>
            <a:r>
              <a:rPr dirty="0"/>
              <a:t> </a:t>
            </a:r>
            <a:r>
              <a:rPr dirty="0" err="1"/>
              <a:t>skedarëve</a:t>
            </a:r>
            <a:r>
              <a:rPr dirty="0"/>
              <a:t> </a:t>
            </a:r>
            <a:r>
              <a:rPr dirty="0" err="1"/>
              <a:t>që</a:t>
            </a:r>
            <a:r>
              <a:rPr dirty="0"/>
              <a:t> </a:t>
            </a:r>
            <a:r>
              <a:rPr dirty="0" err="1"/>
              <a:t>përmban</a:t>
            </a:r>
            <a:r>
              <a:rPr dirty="0"/>
              <a:t> `</a:t>
            </a:r>
            <a:r>
              <a:rPr dirty="0" err="1"/>
              <a:t>main.dart</a:t>
            </a:r>
            <a:r>
              <a:rPr dirty="0"/>
              <a:t>`, `</a:t>
            </a:r>
            <a:r>
              <a:rPr dirty="0" err="1"/>
              <a:t>pubspec.yaml</a:t>
            </a:r>
            <a:r>
              <a:rPr dirty="0"/>
              <a:t>`, </a:t>
            </a:r>
            <a:r>
              <a:rPr dirty="0" err="1"/>
              <a:t>dhe</a:t>
            </a:r>
            <a:r>
              <a:rPr dirty="0"/>
              <a:t> </a:t>
            </a:r>
            <a:r>
              <a:rPr dirty="0" err="1"/>
              <a:t>dosjet</a:t>
            </a:r>
            <a:r>
              <a:rPr dirty="0"/>
              <a:t> e </a:t>
            </a:r>
            <a:r>
              <a:rPr dirty="0" err="1"/>
              <a:t>nevojshme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Ekzekutimi i parë i një aplikacioni Flutter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Për</a:t>
            </a:r>
            <a:r>
              <a:rPr dirty="0"/>
              <a:t> </a:t>
            </a:r>
            <a:r>
              <a:rPr dirty="0" err="1"/>
              <a:t>të</a:t>
            </a:r>
            <a:r>
              <a:rPr dirty="0"/>
              <a:t> </a:t>
            </a:r>
            <a:r>
              <a:rPr dirty="0" err="1"/>
              <a:t>ekzekutuar</a:t>
            </a:r>
            <a:r>
              <a:rPr dirty="0"/>
              <a:t> </a:t>
            </a:r>
            <a:r>
              <a:rPr dirty="0" err="1"/>
              <a:t>aplikacionin</a:t>
            </a:r>
            <a:r>
              <a:rPr dirty="0"/>
              <a:t> e </a:t>
            </a:r>
            <a:r>
              <a:rPr dirty="0" err="1"/>
              <a:t>parë</a:t>
            </a:r>
            <a:r>
              <a:rPr dirty="0"/>
              <a:t>, </a:t>
            </a:r>
            <a:r>
              <a:rPr dirty="0" err="1"/>
              <a:t>përdorni</a:t>
            </a:r>
            <a:r>
              <a:rPr dirty="0"/>
              <a:t> </a:t>
            </a:r>
            <a:r>
              <a:rPr dirty="0" err="1"/>
              <a:t>komandën</a:t>
            </a:r>
            <a:r>
              <a:rPr dirty="0"/>
              <a:t>:</a:t>
            </a:r>
          </a:p>
          <a:p>
            <a:r>
              <a:rPr dirty="0"/>
              <a:t>flutter run</a:t>
            </a:r>
          </a:p>
          <a:p>
            <a:r>
              <a:rPr dirty="0" err="1"/>
              <a:t>Kjo</a:t>
            </a:r>
            <a:r>
              <a:rPr dirty="0"/>
              <a:t> do ta </a:t>
            </a:r>
            <a:r>
              <a:rPr dirty="0" err="1"/>
              <a:t>ekzekutojë</a:t>
            </a:r>
            <a:r>
              <a:rPr dirty="0"/>
              <a:t> </a:t>
            </a:r>
            <a:r>
              <a:rPr dirty="0" err="1"/>
              <a:t>aplikacionin</a:t>
            </a:r>
            <a:r>
              <a:rPr dirty="0"/>
              <a:t> </a:t>
            </a:r>
            <a:r>
              <a:rPr dirty="0" err="1"/>
              <a:t>në</a:t>
            </a:r>
            <a:r>
              <a:rPr dirty="0"/>
              <a:t> </a:t>
            </a:r>
            <a:r>
              <a:rPr dirty="0" err="1"/>
              <a:t>një</a:t>
            </a:r>
            <a:r>
              <a:rPr dirty="0"/>
              <a:t> emulator </a:t>
            </a:r>
            <a:r>
              <a:rPr dirty="0" err="1"/>
              <a:t>ose</a:t>
            </a:r>
            <a:r>
              <a:rPr dirty="0"/>
              <a:t> </a:t>
            </a:r>
            <a:r>
              <a:rPr dirty="0" err="1"/>
              <a:t>pajisje</a:t>
            </a:r>
            <a:r>
              <a:rPr dirty="0"/>
              <a:t> </a:t>
            </a:r>
            <a:r>
              <a:rPr dirty="0" err="1"/>
              <a:t>fizike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Struktura e një aplikacioni Flutter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Një projekt Flutter përmban këto skedarë kryesorë:</a:t>
            </a:r>
          </a:p>
          <a:p>
            <a:r>
              <a:t>- `main.dart`: Skedari kryesor i aplikacionit.</a:t>
            </a:r>
          </a:p>
          <a:p>
            <a:r>
              <a:t>- `pubspec.yaml`: Skedari ku menaxhohen varësitë.</a:t>
            </a:r>
          </a:p>
          <a:p>
            <a:r>
              <a:t>- `lib/`: Dosja ku vendoset kodi i aplikacionit.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Ndërtimi</a:t>
            </a:r>
            <a:r>
              <a:rPr dirty="0"/>
              <a:t> </a:t>
            </a:r>
            <a:r>
              <a:rPr dirty="0" err="1"/>
              <a:t>i</a:t>
            </a:r>
            <a:r>
              <a:rPr dirty="0"/>
              <a:t> UI </a:t>
            </a:r>
            <a:r>
              <a:rPr dirty="0" err="1"/>
              <a:t>në</a:t>
            </a:r>
            <a:r>
              <a:rPr dirty="0"/>
              <a:t> Flutter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79629" y="1843898"/>
            <a:ext cx="6561055" cy="4849133"/>
          </a:xfrm>
        </p:spPr>
        <p:txBody>
          <a:bodyPr>
            <a:normAutofit fontScale="40000" lnSpcReduction="20000"/>
          </a:bodyPr>
          <a:lstStyle/>
          <a:p>
            <a:r>
              <a:rPr dirty="0"/>
              <a:t>Flutter </a:t>
            </a:r>
            <a:r>
              <a:rPr dirty="0" err="1"/>
              <a:t>përdor</a:t>
            </a:r>
            <a:r>
              <a:rPr dirty="0"/>
              <a:t> `Widgets` </a:t>
            </a:r>
            <a:r>
              <a:rPr dirty="0" err="1"/>
              <a:t>për</a:t>
            </a:r>
            <a:r>
              <a:rPr dirty="0"/>
              <a:t> </a:t>
            </a:r>
            <a:r>
              <a:rPr dirty="0" err="1"/>
              <a:t>të</a:t>
            </a:r>
            <a:r>
              <a:rPr dirty="0"/>
              <a:t> </a:t>
            </a:r>
            <a:r>
              <a:rPr dirty="0" err="1"/>
              <a:t>krijuar</a:t>
            </a:r>
            <a:r>
              <a:rPr dirty="0"/>
              <a:t> </a:t>
            </a:r>
            <a:r>
              <a:rPr dirty="0" err="1"/>
              <a:t>ndërfaqen</a:t>
            </a:r>
            <a:r>
              <a:rPr dirty="0"/>
              <a:t> e </a:t>
            </a:r>
            <a:r>
              <a:rPr dirty="0" err="1"/>
              <a:t>përdoruesit</a:t>
            </a:r>
            <a:r>
              <a:rPr dirty="0"/>
              <a:t>. </a:t>
            </a:r>
            <a:r>
              <a:rPr dirty="0" err="1"/>
              <a:t>Një</a:t>
            </a:r>
            <a:r>
              <a:rPr dirty="0"/>
              <a:t> </a:t>
            </a:r>
            <a:r>
              <a:rPr dirty="0" err="1"/>
              <a:t>shembull</a:t>
            </a:r>
            <a:r>
              <a:rPr dirty="0"/>
              <a:t> </a:t>
            </a:r>
            <a:r>
              <a:rPr dirty="0" err="1"/>
              <a:t>i</a:t>
            </a:r>
            <a:r>
              <a:rPr dirty="0"/>
              <a:t> </a:t>
            </a:r>
            <a:r>
              <a:rPr dirty="0" err="1"/>
              <a:t>thjeshtë</a:t>
            </a:r>
            <a:r>
              <a:rPr dirty="0"/>
              <a:t> </a:t>
            </a:r>
            <a:r>
              <a:rPr dirty="0" err="1"/>
              <a:t>është</a:t>
            </a:r>
            <a:r>
              <a:rPr dirty="0"/>
              <a:t>: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lang="en-US" dirty="0"/>
              <a:t>&lt;</a:t>
            </a:r>
            <a:r>
              <a:rPr lang="en-US" dirty="0" err="1"/>
              <a:t>kodi</a:t>
            </a:r>
            <a:r>
              <a:rPr lang="en-US" dirty="0"/>
              <a:t> </a:t>
            </a:r>
            <a:r>
              <a:rPr dirty="0"/>
              <a:t>dart</a:t>
            </a:r>
            <a:r>
              <a:rPr lang="en-US" dirty="0"/>
              <a:t> &gt;</a:t>
            </a:r>
            <a:endParaRPr dirty="0"/>
          </a:p>
          <a:p>
            <a:r>
              <a:rPr dirty="0"/>
              <a:t>import '</a:t>
            </a:r>
            <a:r>
              <a:rPr dirty="0" err="1"/>
              <a:t>package:flutter</a:t>
            </a:r>
            <a:r>
              <a:rPr dirty="0"/>
              <a:t>/</a:t>
            </a:r>
            <a:r>
              <a:rPr dirty="0" err="1"/>
              <a:t>material.dart</a:t>
            </a:r>
            <a:r>
              <a:rPr dirty="0"/>
              <a:t>';</a:t>
            </a:r>
          </a:p>
          <a:p>
            <a:endParaRPr dirty="0"/>
          </a:p>
          <a:p>
            <a:r>
              <a:rPr dirty="0"/>
              <a:t>void main() {</a:t>
            </a:r>
          </a:p>
          <a:p>
            <a:r>
              <a:rPr dirty="0"/>
              <a:t>  </a:t>
            </a:r>
            <a:r>
              <a:rPr dirty="0" err="1"/>
              <a:t>runApp</a:t>
            </a:r>
            <a:r>
              <a:rPr dirty="0"/>
              <a:t>(</a:t>
            </a:r>
            <a:r>
              <a:rPr dirty="0" err="1"/>
              <a:t>MyApp</a:t>
            </a:r>
            <a:r>
              <a:rPr dirty="0"/>
              <a:t>());</a:t>
            </a:r>
          </a:p>
          <a:p>
            <a:r>
              <a:rPr dirty="0"/>
              <a:t>}</a:t>
            </a:r>
          </a:p>
          <a:p>
            <a:endParaRPr dirty="0"/>
          </a:p>
          <a:p>
            <a:r>
              <a:rPr dirty="0"/>
              <a:t>class </a:t>
            </a:r>
            <a:r>
              <a:rPr dirty="0" err="1"/>
              <a:t>MyApp</a:t>
            </a:r>
            <a:r>
              <a:rPr dirty="0"/>
              <a:t> extends </a:t>
            </a:r>
            <a:r>
              <a:rPr dirty="0" err="1"/>
              <a:t>StatelessWidget</a:t>
            </a:r>
            <a:r>
              <a:rPr dirty="0"/>
              <a:t> {</a:t>
            </a:r>
          </a:p>
          <a:p>
            <a:r>
              <a:rPr dirty="0"/>
              <a:t>  @override</a:t>
            </a:r>
          </a:p>
          <a:p>
            <a:r>
              <a:rPr dirty="0"/>
              <a:t>  Widget build(</a:t>
            </a:r>
            <a:r>
              <a:rPr dirty="0" err="1"/>
              <a:t>BuildContext</a:t>
            </a:r>
            <a:r>
              <a:rPr dirty="0"/>
              <a:t> context) {</a:t>
            </a:r>
          </a:p>
          <a:p>
            <a:r>
              <a:rPr dirty="0"/>
              <a:t>    return </a:t>
            </a:r>
            <a:r>
              <a:rPr dirty="0" err="1"/>
              <a:t>MaterialApp</a:t>
            </a:r>
            <a:r>
              <a:rPr dirty="0"/>
              <a:t>(</a:t>
            </a:r>
          </a:p>
          <a:p>
            <a:r>
              <a:rPr dirty="0"/>
              <a:t>      home: Scaffold(</a:t>
            </a:r>
          </a:p>
          <a:p>
            <a:r>
              <a:rPr dirty="0"/>
              <a:t>        </a:t>
            </a:r>
            <a:r>
              <a:rPr dirty="0" err="1"/>
              <a:t>appBar</a:t>
            </a:r>
            <a:r>
              <a:rPr dirty="0"/>
              <a:t>: </a:t>
            </a:r>
            <a:r>
              <a:rPr dirty="0" err="1"/>
              <a:t>AppBar</a:t>
            </a:r>
            <a:r>
              <a:rPr dirty="0"/>
              <a:t>(title: Text('</a:t>
            </a:r>
            <a:r>
              <a:rPr dirty="0" err="1"/>
              <a:t>Përshëndetje</a:t>
            </a:r>
            <a:r>
              <a:rPr dirty="0"/>
              <a:t> Flutter')),</a:t>
            </a:r>
          </a:p>
          <a:p>
            <a:r>
              <a:rPr dirty="0"/>
              <a:t>        body: Center(child: Text('</a:t>
            </a:r>
            <a:r>
              <a:rPr dirty="0" err="1"/>
              <a:t>Mirësevini</a:t>
            </a:r>
            <a:r>
              <a:rPr dirty="0"/>
              <a:t> </a:t>
            </a:r>
            <a:r>
              <a:rPr dirty="0" err="1"/>
              <a:t>në</a:t>
            </a:r>
            <a:r>
              <a:rPr dirty="0"/>
              <a:t> Flutter!')),</a:t>
            </a:r>
          </a:p>
          <a:p>
            <a:r>
              <a:rPr dirty="0"/>
              <a:t>      ),</a:t>
            </a:r>
          </a:p>
          <a:p>
            <a:r>
              <a:rPr dirty="0"/>
              <a:t>    );</a:t>
            </a:r>
          </a:p>
          <a:p>
            <a:r>
              <a:rPr dirty="0"/>
              <a:t>  }</a:t>
            </a:r>
          </a:p>
          <a:p>
            <a:r>
              <a:rPr dirty="0"/>
              <a:t>}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Stateless dhe Stateful Widgets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Flutter ka dy lloje kryesore të widgets:</a:t>
            </a:r>
          </a:p>
          <a:p>
            <a:r>
              <a:t>1. **StatelessWidget** - Nuk ndryshon gjendje gjatë ekzekutimit.</a:t>
            </a:r>
          </a:p>
          <a:p>
            <a:r>
              <a:t>2. **StatefulWidget** - Mund të ndryshojë gjendje dhe të rifreskojë UI-në.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7930" y="259238"/>
            <a:ext cx="7483137" cy="1098222"/>
          </a:xfrm>
        </p:spPr>
        <p:txBody>
          <a:bodyPr/>
          <a:lstStyle/>
          <a:p>
            <a:r>
              <a:rPr dirty="0" err="1"/>
              <a:t>Shembull</a:t>
            </a:r>
            <a:r>
              <a:rPr dirty="0"/>
              <a:t> </a:t>
            </a:r>
            <a:r>
              <a:rPr dirty="0" err="1"/>
              <a:t>i</a:t>
            </a:r>
            <a:r>
              <a:rPr dirty="0"/>
              <a:t> </a:t>
            </a:r>
            <a:r>
              <a:rPr dirty="0" err="1"/>
              <a:t>një</a:t>
            </a:r>
            <a:r>
              <a:rPr dirty="0"/>
              <a:t> </a:t>
            </a:r>
            <a:r>
              <a:rPr dirty="0" err="1"/>
              <a:t>StatefulWidget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11224" y="1145357"/>
            <a:ext cx="6358379" cy="5712643"/>
          </a:xfrm>
        </p:spPr>
        <p:txBody>
          <a:bodyPr>
            <a:normAutofit fontScale="32500" lnSpcReduction="20000"/>
          </a:bodyPr>
          <a:lstStyle/>
          <a:p>
            <a:r>
              <a:rPr dirty="0" err="1"/>
              <a:t>Një</a:t>
            </a:r>
            <a:r>
              <a:rPr dirty="0"/>
              <a:t> </a:t>
            </a:r>
            <a:r>
              <a:rPr dirty="0" err="1"/>
              <a:t>shembull</a:t>
            </a:r>
            <a:r>
              <a:rPr dirty="0"/>
              <a:t> </a:t>
            </a:r>
            <a:r>
              <a:rPr dirty="0" err="1"/>
              <a:t>ku</a:t>
            </a:r>
            <a:r>
              <a:rPr dirty="0"/>
              <a:t> </a:t>
            </a:r>
            <a:r>
              <a:rPr dirty="0" err="1"/>
              <a:t>një</a:t>
            </a:r>
            <a:r>
              <a:rPr dirty="0"/>
              <a:t> </a:t>
            </a:r>
            <a:r>
              <a:rPr dirty="0" err="1"/>
              <a:t>buton</a:t>
            </a:r>
            <a:r>
              <a:rPr dirty="0"/>
              <a:t> </a:t>
            </a:r>
            <a:r>
              <a:rPr dirty="0" err="1"/>
              <a:t>rrit</a:t>
            </a:r>
            <a:r>
              <a:rPr dirty="0"/>
              <a:t> </a:t>
            </a:r>
            <a:r>
              <a:rPr dirty="0" err="1"/>
              <a:t>një</a:t>
            </a:r>
            <a:r>
              <a:rPr dirty="0"/>
              <a:t> </a:t>
            </a:r>
            <a:r>
              <a:rPr dirty="0" err="1"/>
              <a:t>numër</a:t>
            </a:r>
            <a:r>
              <a:rPr dirty="0"/>
              <a:t> </a:t>
            </a:r>
            <a:r>
              <a:rPr dirty="0" err="1"/>
              <a:t>kur</a:t>
            </a:r>
            <a:r>
              <a:rPr dirty="0"/>
              <a:t> </a:t>
            </a:r>
            <a:r>
              <a:rPr dirty="0" err="1"/>
              <a:t>klikohet</a:t>
            </a:r>
            <a:r>
              <a:rPr dirty="0"/>
              <a:t>:</a:t>
            </a:r>
          </a:p>
          <a:p>
            <a:pPr marL="0" indent="0">
              <a:buNone/>
            </a:pPr>
            <a:endParaRPr dirty="0"/>
          </a:p>
          <a:p>
            <a:r>
              <a:rPr lang="en-US" dirty="0"/>
              <a:t>&lt;</a:t>
            </a:r>
            <a:r>
              <a:rPr lang="en-US" dirty="0" err="1"/>
              <a:t>kodi</a:t>
            </a:r>
            <a:r>
              <a:rPr lang="en-US" dirty="0"/>
              <a:t> dart&gt;</a:t>
            </a:r>
          </a:p>
          <a:p>
            <a:r>
              <a:rPr dirty="0"/>
              <a:t>class </a:t>
            </a:r>
            <a:r>
              <a:rPr dirty="0" err="1"/>
              <a:t>MyCounter</a:t>
            </a:r>
            <a:r>
              <a:rPr dirty="0"/>
              <a:t> extends </a:t>
            </a:r>
            <a:r>
              <a:rPr dirty="0" err="1"/>
              <a:t>StatefulWidget</a:t>
            </a:r>
            <a:r>
              <a:rPr dirty="0"/>
              <a:t> {</a:t>
            </a:r>
          </a:p>
          <a:p>
            <a:r>
              <a:rPr dirty="0"/>
              <a:t>  @override</a:t>
            </a:r>
          </a:p>
          <a:p>
            <a:r>
              <a:rPr dirty="0"/>
              <a:t>  _</a:t>
            </a:r>
            <a:r>
              <a:rPr dirty="0" err="1"/>
              <a:t>MyCounterState</a:t>
            </a:r>
            <a:r>
              <a:rPr dirty="0"/>
              <a:t> </a:t>
            </a:r>
            <a:r>
              <a:rPr dirty="0" err="1"/>
              <a:t>createState</a:t>
            </a:r>
            <a:r>
              <a:rPr dirty="0"/>
              <a:t>() =&gt; _</a:t>
            </a:r>
            <a:r>
              <a:rPr dirty="0" err="1"/>
              <a:t>MyCounterState</a:t>
            </a:r>
            <a:r>
              <a:rPr dirty="0"/>
              <a:t>();</a:t>
            </a:r>
          </a:p>
          <a:p>
            <a:r>
              <a:rPr dirty="0"/>
              <a:t>}</a:t>
            </a:r>
          </a:p>
          <a:p>
            <a:endParaRPr dirty="0"/>
          </a:p>
          <a:p>
            <a:r>
              <a:rPr dirty="0"/>
              <a:t>class _</a:t>
            </a:r>
            <a:r>
              <a:rPr dirty="0" err="1"/>
              <a:t>MyCounterState</a:t>
            </a:r>
            <a:r>
              <a:rPr dirty="0"/>
              <a:t> extends State&lt;</a:t>
            </a:r>
            <a:r>
              <a:rPr dirty="0" err="1"/>
              <a:t>MyCounter</a:t>
            </a:r>
            <a:r>
              <a:rPr dirty="0"/>
              <a:t>&gt; {</a:t>
            </a:r>
          </a:p>
          <a:p>
            <a:r>
              <a:rPr dirty="0"/>
              <a:t>  int _count = 0;</a:t>
            </a:r>
          </a:p>
          <a:p>
            <a:endParaRPr dirty="0"/>
          </a:p>
          <a:p>
            <a:r>
              <a:rPr dirty="0"/>
              <a:t>  void _increment() {</a:t>
            </a:r>
          </a:p>
          <a:p>
            <a:r>
              <a:rPr dirty="0"/>
              <a:t>    </a:t>
            </a:r>
            <a:r>
              <a:rPr dirty="0" err="1"/>
              <a:t>setState</a:t>
            </a:r>
            <a:r>
              <a:rPr dirty="0"/>
              <a:t>(() {</a:t>
            </a:r>
          </a:p>
          <a:p>
            <a:r>
              <a:rPr dirty="0"/>
              <a:t>      _count++;</a:t>
            </a:r>
          </a:p>
          <a:p>
            <a:r>
              <a:rPr dirty="0"/>
              <a:t>    });</a:t>
            </a:r>
          </a:p>
          <a:p>
            <a:r>
              <a:rPr dirty="0"/>
              <a:t>  }</a:t>
            </a:r>
          </a:p>
          <a:p>
            <a:endParaRPr dirty="0"/>
          </a:p>
          <a:p>
            <a:r>
              <a:rPr dirty="0"/>
              <a:t>  @override</a:t>
            </a:r>
          </a:p>
          <a:p>
            <a:r>
              <a:rPr dirty="0"/>
              <a:t>  Widget build(</a:t>
            </a:r>
            <a:r>
              <a:rPr dirty="0" err="1"/>
              <a:t>BuildContext</a:t>
            </a:r>
            <a:r>
              <a:rPr dirty="0"/>
              <a:t> context) {</a:t>
            </a:r>
          </a:p>
          <a:p>
            <a:r>
              <a:rPr dirty="0"/>
              <a:t>    return Column(</a:t>
            </a:r>
          </a:p>
          <a:p>
            <a:r>
              <a:rPr dirty="0"/>
              <a:t>      children: [</a:t>
            </a:r>
          </a:p>
          <a:p>
            <a:r>
              <a:rPr dirty="0"/>
              <a:t>        Text('</a:t>
            </a:r>
            <a:r>
              <a:rPr dirty="0" err="1"/>
              <a:t>Numri</a:t>
            </a:r>
            <a:r>
              <a:rPr dirty="0"/>
              <a:t>: $_count'),</a:t>
            </a:r>
          </a:p>
          <a:p>
            <a:r>
              <a:rPr dirty="0"/>
              <a:t>        </a:t>
            </a:r>
            <a:r>
              <a:rPr dirty="0" err="1"/>
              <a:t>ElevatedButton</a:t>
            </a:r>
            <a:r>
              <a:rPr dirty="0"/>
              <a:t>(</a:t>
            </a:r>
            <a:r>
              <a:rPr dirty="0" err="1"/>
              <a:t>onPressed</a:t>
            </a:r>
            <a:r>
              <a:rPr dirty="0"/>
              <a:t>: _increment, child: Text('</a:t>
            </a:r>
            <a:r>
              <a:rPr dirty="0" err="1"/>
              <a:t>Rrit</a:t>
            </a:r>
            <a:r>
              <a:rPr dirty="0"/>
              <a:t>')),</a:t>
            </a:r>
          </a:p>
          <a:p>
            <a:r>
              <a:rPr dirty="0"/>
              <a:t>      ],</a:t>
            </a:r>
          </a:p>
          <a:p>
            <a:r>
              <a:rPr dirty="0"/>
              <a:t>    );</a:t>
            </a:r>
          </a:p>
          <a:p>
            <a:r>
              <a:rPr dirty="0"/>
              <a:t>  }</a:t>
            </a:r>
          </a:p>
          <a:p>
            <a:r>
              <a:rPr dirty="0"/>
              <a:t>}</a:t>
            </a:r>
          </a:p>
          <a:p>
            <a:r>
              <a:rPr dirty="0"/>
              <a:t>`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Menaxhimi i gjendjes në Flutter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Flutter ofron disa mënyra për menaxhimin e gjendjes:</a:t>
            </a:r>
          </a:p>
          <a:p>
            <a:r>
              <a:t>- **setState** (mënyra më e thjeshtë për UI të thjeshtë)</a:t>
            </a:r>
          </a:p>
          <a:p>
            <a:r>
              <a:t>- **Provider** (një menaxhues gjendjeje i fuqishëm dhe i përdorur gjerësisht)</a:t>
            </a:r>
          </a:p>
          <a:p>
            <a:r>
              <a:t>- **Riverpod, Redux, Bloc** (mënyra më të avancuara për aplikacione të mëdha)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Arkitektura e Flutter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1319753"/>
            <a:ext cx="7605686" cy="4680063"/>
          </a:xfrm>
        </p:spPr>
        <p:txBody>
          <a:bodyPr/>
          <a:lstStyle/>
          <a:p>
            <a:r>
              <a:rPr dirty="0"/>
              <a:t>Flutter </a:t>
            </a:r>
            <a:r>
              <a:rPr dirty="0" err="1"/>
              <a:t>bazohet</a:t>
            </a:r>
            <a:r>
              <a:rPr dirty="0"/>
              <a:t> </a:t>
            </a:r>
            <a:r>
              <a:rPr dirty="0" err="1"/>
              <a:t>në</a:t>
            </a:r>
            <a:r>
              <a:rPr dirty="0"/>
              <a:t> </a:t>
            </a:r>
            <a:r>
              <a:rPr dirty="0" err="1"/>
              <a:t>një</a:t>
            </a:r>
            <a:r>
              <a:rPr dirty="0"/>
              <a:t> </a:t>
            </a:r>
            <a:r>
              <a:rPr dirty="0" err="1"/>
              <a:t>arkitekturë</a:t>
            </a:r>
            <a:r>
              <a:rPr dirty="0"/>
              <a:t> </a:t>
            </a:r>
            <a:r>
              <a:rPr dirty="0" err="1"/>
              <a:t>të</a:t>
            </a:r>
            <a:r>
              <a:rPr dirty="0"/>
              <a:t> </a:t>
            </a:r>
            <a:r>
              <a:rPr dirty="0" err="1"/>
              <a:t>ndërtuar</a:t>
            </a:r>
            <a:r>
              <a:rPr dirty="0"/>
              <a:t> </a:t>
            </a:r>
            <a:r>
              <a:rPr dirty="0" err="1"/>
              <a:t>rreth</a:t>
            </a:r>
            <a:r>
              <a:rPr dirty="0"/>
              <a:t> 'Widgets'. </a:t>
            </a:r>
            <a:r>
              <a:rPr dirty="0" err="1"/>
              <a:t>Çdo</a:t>
            </a:r>
            <a:r>
              <a:rPr dirty="0"/>
              <a:t> element </a:t>
            </a:r>
            <a:r>
              <a:rPr dirty="0" err="1"/>
              <a:t>i</a:t>
            </a:r>
            <a:r>
              <a:rPr dirty="0"/>
              <a:t> UI-</a:t>
            </a:r>
            <a:r>
              <a:rPr dirty="0" err="1"/>
              <a:t>së</a:t>
            </a:r>
            <a:r>
              <a:rPr dirty="0"/>
              <a:t> </a:t>
            </a:r>
            <a:r>
              <a:rPr dirty="0" err="1"/>
              <a:t>është</a:t>
            </a:r>
            <a:r>
              <a:rPr dirty="0"/>
              <a:t> </a:t>
            </a:r>
            <a:r>
              <a:rPr dirty="0" err="1"/>
              <a:t>një</a:t>
            </a:r>
            <a:r>
              <a:rPr dirty="0"/>
              <a:t> widget, duke </a:t>
            </a:r>
            <a:r>
              <a:rPr dirty="0" err="1"/>
              <a:t>përfshirë</a:t>
            </a:r>
            <a:r>
              <a:rPr dirty="0"/>
              <a:t> </a:t>
            </a:r>
            <a:r>
              <a:rPr dirty="0" err="1"/>
              <a:t>butonat</a:t>
            </a:r>
            <a:r>
              <a:rPr dirty="0"/>
              <a:t>, </a:t>
            </a:r>
            <a:r>
              <a:rPr dirty="0" err="1"/>
              <a:t>tekstet</a:t>
            </a:r>
            <a:r>
              <a:rPr dirty="0"/>
              <a:t> </a:t>
            </a:r>
            <a:r>
              <a:rPr dirty="0" err="1"/>
              <a:t>dhe</a:t>
            </a:r>
            <a:r>
              <a:rPr dirty="0"/>
              <a:t> </a:t>
            </a:r>
            <a:r>
              <a:rPr dirty="0" err="1"/>
              <a:t>kolonat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Hot Reload dhe Hot Restart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Flutter ofron 'Hot Reload' për të parë ndryshimet menjëherë pa rifilluar aplikacionin. 'Hot Restart' rivendos aplikacionin në gjendjen e tij fillestare.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Krijimi i UI me Widgets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Flutter përdor një strukturë të bazuar në kod për të ndërtuar ndërfaqen e përdoruesit, duke siguruar një kontroll të plotë mbi dizajnin.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6656" y="131975"/>
            <a:ext cx="7794221" cy="735291"/>
          </a:xfrm>
        </p:spPr>
        <p:txBody>
          <a:bodyPr>
            <a:normAutofit fontScale="90000"/>
          </a:bodyPr>
          <a:lstStyle/>
          <a:p>
            <a:r>
              <a:rPr dirty="0" err="1"/>
              <a:t>Shembull</a:t>
            </a:r>
            <a:r>
              <a:rPr dirty="0"/>
              <a:t> </a:t>
            </a:r>
            <a:r>
              <a:rPr dirty="0" err="1"/>
              <a:t>i</a:t>
            </a:r>
            <a:r>
              <a:rPr dirty="0"/>
              <a:t> </a:t>
            </a:r>
            <a:r>
              <a:rPr dirty="0" err="1"/>
              <a:t>një</a:t>
            </a:r>
            <a:r>
              <a:rPr dirty="0"/>
              <a:t> </a:t>
            </a:r>
            <a:r>
              <a:rPr dirty="0" err="1"/>
              <a:t>aplikacioni</a:t>
            </a:r>
            <a:r>
              <a:rPr dirty="0"/>
              <a:t> </a:t>
            </a:r>
            <a:r>
              <a:rPr dirty="0" err="1"/>
              <a:t>të</a:t>
            </a:r>
            <a:r>
              <a:rPr dirty="0"/>
              <a:t> </a:t>
            </a:r>
            <a:r>
              <a:rPr dirty="0" err="1"/>
              <a:t>thjeshtë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13262" y="1112363"/>
            <a:ext cx="6273538" cy="5745637"/>
          </a:xfrm>
        </p:spPr>
        <p:txBody>
          <a:bodyPr>
            <a:normAutofit fontScale="55000" lnSpcReduction="20000"/>
          </a:bodyPr>
          <a:lstStyle/>
          <a:p>
            <a:r>
              <a:rPr dirty="0"/>
              <a:t>Ky </a:t>
            </a:r>
            <a:r>
              <a:rPr dirty="0" err="1"/>
              <a:t>aplikacion</a:t>
            </a:r>
            <a:r>
              <a:rPr dirty="0"/>
              <a:t> </a:t>
            </a:r>
            <a:r>
              <a:rPr dirty="0" err="1"/>
              <a:t>shfaq</a:t>
            </a:r>
            <a:r>
              <a:rPr dirty="0"/>
              <a:t> </a:t>
            </a:r>
            <a:r>
              <a:rPr dirty="0" err="1"/>
              <a:t>një</a:t>
            </a:r>
            <a:r>
              <a:rPr dirty="0"/>
              <a:t> </a:t>
            </a:r>
            <a:r>
              <a:rPr dirty="0" err="1"/>
              <a:t>mesazh</a:t>
            </a:r>
            <a:r>
              <a:rPr dirty="0"/>
              <a:t> </a:t>
            </a:r>
            <a:r>
              <a:rPr dirty="0" err="1"/>
              <a:t>në</a:t>
            </a:r>
            <a:r>
              <a:rPr dirty="0"/>
              <a:t> </a:t>
            </a:r>
            <a:r>
              <a:rPr dirty="0" err="1"/>
              <a:t>ekran</a:t>
            </a:r>
            <a:r>
              <a:rPr dirty="0"/>
              <a:t>:</a:t>
            </a:r>
          </a:p>
          <a:p>
            <a:pPr marL="0" indent="0">
              <a:buNone/>
            </a:pPr>
            <a:endParaRPr dirty="0"/>
          </a:p>
          <a:p>
            <a:r>
              <a:rPr lang="en-US" dirty="0"/>
              <a:t>&lt;</a:t>
            </a:r>
            <a:r>
              <a:rPr lang="en-US" dirty="0" err="1"/>
              <a:t>kodi</a:t>
            </a:r>
            <a:r>
              <a:rPr lang="en-US" dirty="0"/>
              <a:t> </a:t>
            </a:r>
            <a:r>
              <a:rPr dirty="0"/>
              <a:t>dart</a:t>
            </a:r>
            <a:r>
              <a:rPr lang="en-US" dirty="0"/>
              <a:t>&gt;</a:t>
            </a:r>
            <a:endParaRPr dirty="0"/>
          </a:p>
          <a:p>
            <a:r>
              <a:rPr dirty="0"/>
              <a:t>import '</a:t>
            </a:r>
            <a:r>
              <a:rPr dirty="0" err="1"/>
              <a:t>package:flutter</a:t>
            </a:r>
            <a:r>
              <a:rPr dirty="0"/>
              <a:t>/</a:t>
            </a:r>
            <a:r>
              <a:rPr dirty="0" err="1"/>
              <a:t>material.dart</a:t>
            </a:r>
            <a:r>
              <a:rPr dirty="0"/>
              <a:t>';</a:t>
            </a:r>
          </a:p>
          <a:p>
            <a:endParaRPr dirty="0"/>
          </a:p>
          <a:p>
            <a:r>
              <a:rPr dirty="0"/>
              <a:t>void main() {</a:t>
            </a:r>
          </a:p>
          <a:p>
            <a:r>
              <a:rPr dirty="0"/>
              <a:t>  </a:t>
            </a:r>
            <a:r>
              <a:rPr dirty="0" err="1"/>
              <a:t>runApp</a:t>
            </a:r>
            <a:r>
              <a:rPr dirty="0"/>
              <a:t>(</a:t>
            </a:r>
            <a:r>
              <a:rPr dirty="0" err="1"/>
              <a:t>MyApp</a:t>
            </a:r>
            <a:r>
              <a:rPr dirty="0"/>
              <a:t>());</a:t>
            </a:r>
          </a:p>
          <a:p>
            <a:r>
              <a:rPr dirty="0"/>
              <a:t>}</a:t>
            </a:r>
          </a:p>
          <a:p>
            <a:endParaRPr dirty="0"/>
          </a:p>
          <a:p>
            <a:r>
              <a:rPr dirty="0"/>
              <a:t>class </a:t>
            </a:r>
            <a:r>
              <a:rPr dirty="0" err="1"/>
              <a:t>MyApp</a:t>
            </a:r>
            <a:r>
              <a:rPr dirty="0"/>
              <a:t> extends </a:t>
            </a:r>
            <a:r>
              <a:rPr dirty="0" err="1"/>
              <a:t>StatelessWidget</a:t>
            </a:r>
            <a:r>
              <a:rPr dirty="0"/>
              <a:t> {</a:t>
            </a:r>
          </a:p>
          <a:p>
            <a:r>
              <a:rPr dirty="0"/>
              <a:t>  @override</a:t>
            </a:r>
          </a:p>
          <a:p>
            <a:r>
              <a:rPr dirty="0"/>
              <a:t>  Widget build(</a:t>
            </a:r>
            <a:r>
              <a:rPr dirty="0" err="1"/>
              <a:t>BuildContext</a:t>
            </a:r>
            <a:r>
              <a:rPr dirty="0"/>
              <a:t> context) {</a:t>
            </a:r>
          </a:p>
          <a:p>
            <a:r>
              <a:rPr dirty="0"/>
              <a:t>    return </a:t>
            </a:r>
            <a:r>
              <a:rPr dirty="0" err="1"/>
              <a:t>MaterialApp</a:t>
            </a:r>
            <a:r>
              <a:rPr dirty="0"/>
              <a:t>(</a:t>
            </a:r>
          </a:p>
          <a:p>
            <a:r>
              <a:rPr dirty="0"/>
              <a:t>      home: Scaffold(</a:t>
            </a:r>
          </a:p>
          <a:p>
            <a:r>
              <a:rPr dirty="0"/>
              <a:t>        </a:t>
            </a:r>
            <a:r>
              <a:rPr dirty="0" err="1"/>
              <a:t>appBar</a:t>
            </a:r>
            <a:r>
              <a:rPr dirty="0"/>
              <a:t>: </a:t>
            </a:r>
            <a:r>
              <a:rPr dirty="0" err="1"/>
              <a:t>AppBar</a:t>
            </a:r>
            <a:r>
              <a:rPr dirty="0"/>
              <a:t>(title: Text('Flutter App')),</a:t>
            </a:r>
          </a:p>
          <a:p>
            <a:r>
              <a:rPr dirty="0"/>
              <a:t>        body: Center(child: Text('</a:t>
            </a:r>
            <a:r>
              <a:rPr dirty="0" err="1"/>
              <a:t>Mirësevini</a:t>
            </a:r>
            <a:r>
              <a:rPr dirty="0"/>
              <a:t>!')),</a:t>
            </a:r>
          </a:p>
          <a:p>
            <a:r>
              <a:rPr dirty="0"/>
              <a:t>      ),</a:t>
            </a:r>
          </a:p>
          <a:p>
            <a:r>
              <a:rPr dirty="0"/>
              <a:t>    );</a:t>
            </a:r>
          </a:p>
          <a:p>
            <a:r>
              <a:rPr dirty="0"/>
              <a:t>  }</a:t>
            </a:r>
          </a:p>
          <a:p>
            <a:r>
              <a:rPr dirty="0"/>
              <a:t>}</a:t>
            </a:r>
          </a:p>
          <a:p>
            <a:r>
              <a:rPr lang="en-US" dirty="0"/>
              <a:t>&lt;/dart&gt;</a:t>
            </a:r>
            <a:endParaRPr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Llojet e Widgets në Flutter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30643" y="1769097"/>
            <a:ext cx="6606540" cy="1836308"/>
          </a:xfrm>
        </p:spPr>
        <p:txBody>
          <a:bodyPr/>
          <a:lstStyle/>
          <a:p>
            <a:r>
              <a:rPr dirty="0"/>
              <a:t>Flutter </a:t>
            </a:r>
            <a:r>
              <a:rPr dirty="0" err="1"/>
              <a:t>ofron</a:t>
            </a:r>
            <a:r>
              <a:rPr dirty="0"/>
              <a:t> </a:t>
            </a:r>
            <a:r>
              <a:rPr dirty="0" err="1"/>
              <a:t>dy</a:t>
            </a:r>
            <a:r>
              <a:rPr dirty="0"/>
              <a:t> </a:t>
            </a:r>
            <a:r>
              <a:rPr dirty="0" err="1"/>
              <a:t>lloje</a:t>
            </a:r>
            <a:r>
              <a:rPr dirty="0"/>
              <a:t> </a:t>
            </a:r>
            <a:r>
              <a:rPr dirty="0" err="1"/>
              <a:t>kryesore</a:t>
            </a:r>
            <a:r>
              <a:rPr dirty="0"/>
              <a:t> </a:t>
            </a:r>
            <a:r>
              <a:rPr dirty="0" err="1"/>
              <a:t>të</a:t>
            </a:r>
            <a:r>
              <a:rPr dirty="0"/>
              <a:t> widgets:</a:t>
            </a:r>
          </a:p>
          <a:p>
            <a:r>
              <a:rPr dirty="0"/>
              <a:t>- **Widgets </a:t>
            </a:r>
            <a:r>
              <a:rPr dirty="0" err="1"/>
              <a:t>të</a:t>
            </a:r>
            <a:r>
              <a:rPr dirty="0"/>
              <a:t> </a:t>
            </a:r>
            <a:r>
              <a:rPr dirty="0" err="1"/>
              <a:t>ndërtimit</a:t>
            </a:r>
            <a:r>
              <a:rPr dirty="0"/>
              <a:t> (Layout Widgets)**</a:t>
            </a:r>
          </a:p>
          <a:p>
            <a:r>
              <a:rPr dirty="0"/>
              <a:t>- **Widgets </a:t>
            </a:r>
            <a:r>
              <a:rPr dirty="0" err="1"/>
              <a:t>të</a:t>
            </a:r>
            <a:r>
              <a:rPr dirty="0"/>
              <a:t> </a:t>
            </a:r>
            <a:r>
              <a:rPr dirty="0" err="1"/>
              <a:t>vlerave</a:t>
            </a:r>
            <a:r>
              <a:rPr dirty="0"/>
              <a:t> (Value Widgets)**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CE3245-71A6-441E-A761-608B4FEA6E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0260" y="3750297"/>
            <a:ext cx="6140771" cy="297476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Dallimi</a:t>
            </a:r>
            <a:r>
              <a:rPr dirty="0"/>
              <a:t> midis Stateless </a:t>
            </a:r>
            <a:r>
              <a:rPr dirty="0" err="1"/>
              <a:t>dhe</a:t>
            </a:r>
            <a:r>
              <a:rPr dirty="0"/>
              <a:t> Stateful Widgets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121031"/>
            <a:ext cx="7860209" cy="3878785"/>
          </a:xfrm>
        </p:spPr>
        <p:txBody>
          <a:bodyPr>
            <a:normAutofit/>
          </a:bodyPr>
          <a:lstStyle/>
          <a:p>
            <a:r>
              <a:rPr sz="3600" dirty="0"/>
              <a:t>Stateless </a:t>
            </a:r>
            <a:r>
              <a:rPr sz="3600" dirty="0" err="1"/>
              <a:t>nuk</a:t>
            </a:r>
            <a:r>
              <a:rPr sz="3600" dirty="0"/>
              <a:t> </a:t>
            </a:r>
            <a:r>
              <a:rPr sz="3600" dirty="0" err="1"/>
              <a:t>mund</a:t>
            </a:r>
            <a:r>
              <a:rPr sz="3600" dirty="0"/>
              <a:t> </a:t>
            </a:r>
            <a:r>
              <a:rPr sz="3600" dirty="0" err="1"/>
              <a:t>të</a:t>
            </a:r>
            <a:r>
              <a:rPr sz="3600" dirty="0"/>
              <a:t> </a:t>
            </a:r>
            <a:r>
              <a:rPr sz="3600" dirty="0" err="1"/>
              <a:t>ndryshojë</a:t>
            </a:r>
            <a:r>
              <a:rPr sz="3600" dirty="0"/>
              <a:t> </a:t>
            </a:r>
            <a:r>
              <a:rPr sz="3600" dirty="0" err="1"/>
              <a:t>gjatë</a:t>
            </a:r>
            <a:r>
              <a:rPr sz="3600" dirty="0"/>
              <a:t> </a:t>
            </a:r>
            <a:r>
              <a:rPr sz="3600" dirty="0" err="1"/>
              <a:t>ekzekutimit</a:t>
            </a:r>
            <a:r>
              <a:rPr sz="3600" dirty="0"/>
              <a:t>, </a:t>
            </a:r>
            <a:r>
              <a:rPr sz="3600" dirty="0" err="1"/>
              <a:t>ndërsa</a:t>
            </a:r>
            <a:r>
              <a:rPr sz="3600" dirty="0"/>
              <a:t> Stateful </a:t>
            </a:r>
            <a:r>
              <a:rPr sz="3600" dirty="0" err="1"/>
              <a:t>mund</a:t>
            </a:r>
            <a:r>
              <a:rPr sz="3600" dirty="0"/>
              <a:t> </a:t>
            </a:r>
            <a:r>
              <a:rPr sz="3600" dirty="0" err="1"/>
              <a:t>të</a:t>
            </a:r>
            <a:r>
              <a:rPr sz="3600" dirty="0"/>
              <a:t> </a:t>
            </a:r>
            <a:r>
              <a:rPr sz="3600" dirty="0" err="1"/>
              <a:t>ndryshojë</a:t>
            </a:r>
            <a:r>
              <a:rPr sz="3600" dirty="0"/>
              <a:t> </a:t>
            </a:r>
            <a:r>
              <a:rPr sz="3600" dirty="0" err="1"/>
              <a:t>dhe</a:t>
            </a:r>
            <a:r>
              <a:rPr sz="3600" dirty="0"/>
              <a:t> </a:t>
            </a:r>
            <a:r>
              <a:rPr sz="3600" dirty="0" err="1"/>
              <a:t>përditësojë</a:t>
            </a:r>
            <a:r>
              <a:rPr sz="3600" dirty="0"/>
              <a:t> UI-</a:t>
            </a:r>
            <a:r>
              <a:rPr sz="3600" dirty="0" err="1"/>
              <a:t>në</a:t>
            </a:r>
            <a:r>
              <a:rPr sz="3600" dirty="0"/>
              <a:t> </a:t>
            </a:r>
            <a:r>
              <a:rPr sz="3600" dirty="0" err="1"/>
              <a:t>përmes</a:t>
            </a:r>
            <a:r>
              <a:rPr sz="3600" dirty="0"/>
              <a:t> '</a:t>
            </a:r>
            <a:r>
              <a:rPr sz="3600" dirty="0" err="1"/>
              <a:t>setState</a:t>
            </a:r>
            <a:r>
              <a:rPr sz="3600" dirty="0"/>
              <a:t>()'.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Menaxhimi i gjendjes me Provider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1828800"/>
            <a:ext cx="7982758" cy="4171016"/>
          </a:xfrm>
        </p:spPr>
        <p:txBody>
          <a:bodyPr/>
          <a:lstStyle/>
          <a:p>
            <a:r>
              <a:rPr dirty="0"/>
              <a:t>Provider </a:t>
            </a:r>
            <a:r>
              <a:rPr dirty="0" err="1"/>
              <a:t>është</a:t>
            </a:r>
            <a:r>
              <a:rPr dirty="0"/>
              <a:t> </a:t>
            </a:r>
            <a:r>
              <a:rPr dirty="0" err="1"/>
              <a:t>një</a:t>
            </a:r>
            <a:r>
              <a:rPr dirty="0"/>
              <a:t> </a:t>
            </a:r>
            <a:r>
              <a:rPr dirty="0" err="1"/>
              <a:t>nga</a:t>
            </a:r>
            <a:r>
              <a:rPr dirty="0"/>
              <a:t> </a:t>
            </a:r>
            <a:r>
              <a:rPr dirty="0" err="1"/>
              <a:t>mënyrat</a:t>
            </a:r>
            <a:r>
              <a:rPr dirty="0"/>
              <a:t> </a:t>
            </a:r>
            <a:r>
              <a:rPr dirty="0" err="1"/>
              <a:t>më</a:t>
            </a:r>
            <a:r>
              <a:rPr dirty="0"/>
              <a:t> </a:t>
            </a:r>
            <a:r>
              <a:rPr dirty="0" err="1"/>
              <a:t>të</a:t>
            </a:r>
            <a:r>
              <a:rPr dirty="0"/>
              <a:t> </a:t>
            </a:r>
            <a:r>
              <a:rPr dirty="0" err="1"/>
              <a:t>mira</a:t>
            </a:r>
            <a:r>
              <a:rPr dirty="0"/>
              <a:t> </a:t>
            </a:r>
            <a:r>
              <a:rPr dirty="0" err="1"/>
              <a:t>për</a:t>
            </a:r>
            <a:r>
              <a:rPr dirty="0"/>
              <a:t> </a:t>
            </a:r>
            <a:r>
              <a:rPr dirty="0" err="1"/>
              <a:t>të</a:t>
            </a:r>
            <a:r>
              <a:rPr dirty="0"/>
              <a:t> </a:t>
            </a:r>
            <a:r>
              <a:rPr dirty="0" err="1"/>
              <a:t>menaxhuar</a:t>
            </a:r>
            <a:r>
              <a:rPr dirty="0"/>
              <a:t> </a:t>
            </a:r>
            <a:r>
              <a:rPr dirty="0" err="1"/>
              <a:t>gjendjen</a:t>
            </a:r>
            <a:r>
              <a:rPr dirty="0"/>
              <a:t> </a:t>
            </a:r>
            <a:r>
              <a:rPr dirty="0" err="1"/>
              <a:t>globale</a:t>
            </a:r>
            <a:r>
              <a:rPr dirty="0"/>
              <a:t> </a:t>
            </a:r>
            <a:r>
              <a:rPr dirty="0" err="1"/>
              <a:t>të</a:t>
            </a:r>
            <a:r>
              <a:rPr dirty="0"/>
              <a:t> </a:t>
            </a:r>
            <a:r>
              <a:rPr dirty="0" err="1"/>
              <a:t>aplikacionit</a:t>
            </a:r>
            <a:r>
              <a:rPr dirty="0"/>
              <a:t>. </a:t>
            </a:r>
            <a:r>
              <a:rPr dirty="0" err="1"/>
              <a:t>Përdoret</a:t>
            </a:r>
            <a:r>
              <a:rPr dirty="0"/>
              <a:t> </a:t>
            </a:r>
            <a:r>
              <a:rPr dirty="0" err="1"/>
              <a:t>gjerësisht</a:t>
            </a:r>
            <a:r>
              <a:rPr dirty="0"/>
              <a:t> </a:t>
            </a:r>
            <a:r>
              <a:rPr dirty="0" err="1"/>
              <a:t>për</a:t>
            </a:r>
            <a:r>
              <a:rPr dirty="0"/>
              <a:t> </a:t>
            </a:r>
            <a:r>
              <a:rPr dirty="0" err="1"/>
              <a:t>aplikacione</a:t>
            </a:r>
            <a:r>
              <a:rPr dirty="0"/>
              <a:t> </a:t>
            </a:r>
            <a:r>
              <a:rPr dirty="0" err="1"/>
              <a:t>të</a:t>
            </a:r>
            <a:r>
              <a:rPr dirty="0"/>
              <a:t> </a:t>
            </a:r>
            <a:r>
              <a:rPr dirty="0" err="1"/>
              <a:t>mëdha</a:t>
            </a:r>
            <a:r>
              <a:rPr dirty="0"/>
              <a:t>.</a:t>
            </a:r>
            <a:endParaRPr lang="en-US" dirty="0"/>
          </a:p>
          <a:p>
            <a:r>
              <a:rPr lang="en-US" dirty="0"/>
              <a:t>Dart download: https://webhousesoft.com/Flutter/</a:t>
            </a:r>
            <a:endParaRPr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6341" y="70702"/>
            <a:ext cx="7605686" cy="1003954"/>
          </a:xfrm>
        </p:spPr>
        <p:txBody>
          <a:bodyPr/>
          <a:lstStyle/>
          <a:p>
            <a:r>
              <a:rPr dirty="0" err="1"/>
              <a:t>Shembull</a:t>
            </a:r>
            <a:r>
              <a:rPr dirty="0"/>
              <a:t> </a:t>
            </a:r>
            <a:r>
              <a:rPr dirty="0" err="1"/>
              <a:t>i</a:t>
            </a:r>
            <a:r>
              <a:rPr dirty="0"/>
              <a:t> </a:t>
            </a:r>
            <a:r>
              <a:rPr dirty="0" err="1"/>
              <a:t>përdorimit</a:t>
            </a:r>
            <a:r>
              <a:rPr dirty="0"/>
              <a:t> </a:t>
            </a:r>
            <a:r>
              <a:rPr dirty="0" err="1"/>
              <a:t>të</a:t>
            </a:r>
            <a:r>
              <a:rPr dirty="0"/>
              <a:t> Provider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83878" y="1442302"/>
            <a:ext cx="6930183" cy="5194168"/>
          </a:xfrm>
        </p:spPr>
        <p:txBody>
          <a:bodyPr>
            <a:normAutofit/>
          </a:bodyPr>
          <a:lstStyle/>
          <a:p>
            <a:r>
              <a:rPr lang="en-US" dirty="0"/>
              <a:t>&lt;code </a:t>
            </a:r>
            <a:r>
              <a:rPr dirty="0"/>
              <a:t>dart</a:t>
            </a:r>
            <a:r>
              <a:rPr lang="en-US" dirty="0"/>
              <a:t>&gt;</a:t>
            </a:r>
            <a:endParaRPr dirty="0"/>
          </a:p>
          <a:p>
            <a:r>
              <a:rPr dirty="0"/>
              <a:t>class </a:t>
            </a:r>
            <a:r>
              <a:rPr dirty="0" err="1"/>
              <a:t>CounterProvider</a:t>
            </a:r>
            <a:r>
              <a:rPr dirty="0"/>
              <a:t> with </a:t>
            </a:r>
            <a:r>
              <a:rPr dirty="0" err="1"/>
              <a:t>ChangeNotifier</a:t>
            </a:r>
            <a:r>
              <a:rPr dirty="0"/>
              <a:t> {</a:t>
            </a:r>
          </a:p>
          <a:p>
            <a:r>
              <a:rPr dirty="0"/>
              <a:t>  int _count = 0;</a:t>
            </a:r>
          </a:p>
          <a:p>
            <a:r>
              <a:rPr dirty="0"/>
              <a:t>  int get count =&gt; _count;</a:t>
            </a:r>
          </a:p>
          <a:p>
            <a:r>
              <a:rPr dirty="0"/>
              <a:t>  void increment() {</a:t>
            </a:r>
          </a:p>
          <a:p>
            <a:r>
              <a:rPr dirty="0"/>
              <a:t>    _count++;</a:t>
            </a:r>
          </a:p>
          <a:p>
            <a:r>
              <a:rPr dirty="0"/>
              <a:t>    </a:t>
            </a:r>
            <a:r>
              <a:rPr dirty="0" err="1"/>
              <a:t>notifyListeners</a:t>
            </a:r>
            <a:r>
              <a:rPr dirty="0"/>
              <a:t>();</a:t>
            </a:r>
          </a:p>
          <a:p>
            <a:r>
              <a:rPr dirty="0"/>
              <a:t>  }</a:t>
            </a:r>
          </a:p>
          <a:p>
            <a:r>
              <a:rPr dirty="0"/>
              <a:t>}</a:t>
            </a:r>
          </a:p>
          <a:p>
            <a:r>
              <a:rPr lang="en-US" dirty="0"/>
              <a:t>&lt;/dart&gt;</a:t>
            </a:r>
            <a:endParaRPr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8632" y="131975"/>
            <a:ext cx="7468997" cy="1344892"/>
          </a:xfrm>
        </p:spPr>
        <p:txBody>
          <a:bodyPr/>
          <a:lstStyle/>
          <a:p>
            <a:r>
              <a:rPr dirty="0" err="1"/>
              <a:t>Menaxhimi</a:t>
            </a:r>
            <a:r>
              <a:rPr dirty="0"/>
              <a:t> </a:t>
            </a:r>
            <a:r>
              <a:rPr dirty="0" err="1"/>
              <a:t>i</a:t>
            </a:r>
            <a:r>
              <a:rPr dirty="0"/>
              <a:t> </a:t>
            </a:r>
            <a:r>
              <a:rPr dirty="0" err="1"/>
              <a:t>shtigjeve</a:t>
            </a:r>
            <a:r>
              <a:rPr dirty="0"/>
              <a:t> </a:t>
            </a:r>
            <a:r>
              <a:rPr dirty="0" err="1"/>
              <a:t>dhe</a:t>
            </a:r>
            <a:r>
              <a:rPr dirty="0"/>
              <a:t> </a:t>
            </a:r>
            <a:r>
              <a:rPr dirty="0" err="1"/>
              <a:t>navigimit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81117" y="1605698"/>
            <a:ext cx="7615111" cy="1068024"/>
          </a:xfrm>
        </p:spPr>
        <p:txBody>
          <a:bodyPr/>
          <a:lstStyle/>
          <a:p>
            <a:r>
              <a:rPr dirty="0"/>
              <a:t>Flutter </a:t>
            </a:r>
            <a:r>
              <a:rPr dirty="0" err="1"/>
              <a:t>ofron</a:t>
            </a:r>
            <a:r>
              <a:rPr dirty="0"/>
              <a:t> </a:t>
            </a:r>
            <a:r>
              <a:rPr dirty="0" err="1"/>
              <a:t>navigim</a:t>
            </a:r>
            <a:r>
              <a:rPr dirty="0"/>
              <a:t> </a:t>
            </a:r>
            <a:r>
              <a:rPr dirty="0" err="1"/>
              <a:t>të</a:t>
            </a:r>
            <a:r>
              <a:rPr dirty="0"/>
              <a:t> </a:t>
            </a:r>
            <a:r>
              <a:rPr dirty="0" err="1"/>
              <a:t>lehtë</a:t>
            </a:r>
            <a:r>
              <a:rPr dirty="0"/>
              <a:t> midis </a:t>
            </a:r>
            <a:r>
              <a:rPr dirty="0" err="1"/>
              <a:t>faqeve</a:t>
            </a:r>
            <a:r>
              <a:rPr dirty="0"/>
              <a:t> </a:t>
            </a:r>
            <a:r>
              <a:rPr dirty="0" err="1"/>
              <a:t>të</a:t>
            </a:r>
            <a:r>
              <a:rPr dirty="0"/>
              <a:t> </a:t>
            </a:r>
            <a:r>
              <a:rPr dirty="0" err="1"/>
              <a:t>ndryshme</a:t>
            </a:r>
            <a:r>
              <a:rPr dirty="0"/>
              <a:t> duke </a:t>
            </a:r>
            <a:r>
              <a:rPr dirty="0" err="1"/>
              <a:t>përdorur</a:t>
            </a:r>
            <a:r>
              <a:rPr dirty="0"/>
              <a:t> `</a:t>
            </a:r>
            <a:r>
              <a:rPr dirty="0" err="1"/>
              <a:t>Navigator.push</a:t>
            </a:r>
            <a:r>
              <a:rPr dirty="0"/>
              <a:t>` </a:t>
            </a:r>
            <a:r>
              <a:rPr dirty="0" err="1"/>
              <a:t>dhe</a:t>
            </a:r>
            <a:r>
              <a:rPr dirty="0"/>
              <a:t> `</a:t>
            </a:r>
            <a:r>
              <a:rPr dirty="0" err="1"/>
              <a:t>Navigator.pop</a:t>
            </a:r>
            <a:r>
              <a:rPr dirty="0"/>
              <a:t>`.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7F9C650-A197-4CD3-9073-3C26708E0E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6385" y="2802553"/>
            <a:ext cx="4895088" cy="3707151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Shembull</a:t>
            </a:r>
            <a:r>
              <a:rPr dirty="0"/>
              <a:t> </a:t>
            </a:r>
            <a:r>
              <a:rPr dirty="0" err="1"/>
              <a:t>i</a:t>
            </a:r>
            <a:r>
              <a:rPr dirty="0"/>
              <a:t> </a:t>
            </a:r>
            <a:r>
              <a:rPr dirty="0" err="1"/>
              <a:t>navigimit</a:t>
            </a:r>
            <a:r>
              <a:rPr dirty="0"/>
              <a:t> </a:t>
            </a:r>
            <a:r>
              <a:rPr dirty="0" err="1"/>
              <a:t>në</a:t>
            </a:r>
            <a:r>
              <a:rPr dirty="0"/>
              <a:t> Flutter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1951348"/>
            <a:ext cx="7630998" cy="4562573"/>
          </a:xfrm>
        </p:spPr>
        <p:txBody>
          <a:bodyPr/>
          <a:lstStyle/>
          <a:p>
            <a:r>
              <a:rPr lang="en-US" dirty="0"/>
              <a:t>&lt;</a:t>
            </a:r>
            <a:r>
              <a:rPr lang="en-US" dirty="0" err="1"/>
              <a:t>kodi</a:t>
            </a:r>
            <a:r>
              <a:rPr lang="en-US" dirty="0"/>
              <a:t> </a:t>
            </a:r>
            <a:r>
              <a:rPr dirty="0"/>
              <a:t>dart</a:t>
            </a:r>
            <a:r>
              <a:rPr lang="en-US" dirty="0"/>
              <a:t>&gt;</a:t>
            </a:r>
            <a:endParaRPr dirty="0"/>
          </a:p>
          <a:p>
            <a:r>
              <a:rPr dirty="0" err="1"/>
              <a:t>Navigator.push</a:t>
            </a:r>
            <a:r>
              <a:rPr dirty="0"/>
              <a:t>(</a:t>
            </a:r>
          </a:p>
          <a:p>
            <a:r>
              <a:rPr dirty="0"/>
              <a:t>  context,</a:t>
            </a:r>
          </a:p>
          <a:p>
            <a:r>
              <a:rPr dirty="0"/>
              <a:t>  </a:t>
            </a:r>
            <a:r>
              <a:rPr dirty="0" err="1"/>
              <a:t>MaterialPageRoute</a:t>
            </a:r>
            <a:r>
              <a:rPr dirty="0"/>
              <a:t>(builder: (context) =&gt; </a:t>
            </a:r>
            <a:r>
              <a:rPr dirty="0" err="1"/>
              <a:t>NewScreen</a:t>
            </a:r>
            <a:r>
              <a:rPr dirty="0"/>
              <a:t>()),</a:t>
            </a:r>
          </a:p>
          <a:p>
            <a:r>
              <a:rPr dirty="0"/>
              <a:t>);</a:t>
            </a:r>
            <a:endParaRPr lang="en-US" dirty="0"/>
          </a:p>
          <a:p>
            <a:r>
              <a:rPr lang="en-US" dirty="0"/>
              <a:t>&lt;/dart&gt;</a:t>
            </a:r>
            <a:endParaRPr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Dizajni Material dhe Cupertino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8121" y="1916437"/>
            <a:ext cx="7860209" cy="3871621"/>
          </a:xfrm>
        </p:spPr>
        <p:txBody>
          <a:bodyPr>
            <a:normAutofit/>
          </a:bodyPr>
          <a:lstStyle/>
          <a:p>
            <a:r>
              <a:rPr dirty="0"/>
              <a:t>Flutter </a:t>
            </a:r>
            <a:r>
              <a:rPr dirty="0" err="1"/>
              <a:t>ofron</a:t>
            </a:r>
            <a:r>
              <a:rPr dirty="0"/>
              <a:t> </a:t>
            </a:r>
            <a:r>
              <a:rPr dirty="0" err="1"/>
              <a:t>mbështetje</a:t>
            </a:r>
            <a:r>
              <a:rPr dirty="0"/>
              <a:t> </a:t>
            </a:r>
            <a:r>
              <a:rPr dirty="0" err="1"/>
              <a:t>për</a:t>
            </a:r>
            <a:r>
              <a:rPr dirty="0"/>
              <a:t> 'Material Design' </a:t>
            </a:r>
            <a:r>
              <a:rPr dirty="0" err="1"/>
              <a:t>të</a:t>
            </a:r>
            <a:r>
              <a:rPr dirty="0"/>
              <a:t> Google </a:t>
            </a:r>
            <a:r>
              <a:rPr dirty="0" err="1"/>
              <a:t>dhe</a:t>
            </a:r>
            <a:r>
              <a:rPr dirty="0"/>
              <a:t> 'Cupertino' </a:t>
            </a:r>
            <a:r>
              <a:rPr dirty="0" err="1"/>
              <a:t>të</a:t>
            </a:r>
            <a:r>
              <a:rPr dirty="0"/>
              <a:t> Apple </a:t>
            </a:r>
            <a:r>
              <a:rPr dirty="0" err="1"/>
              <a:t>për</a:t>
            </a:r>
            <a:r>
              <a:rPr dirty="0"/>
              <a:t> </a:t>
            </a:r>
            <a:r>
              <a:rPr dirty="0" err="1"/>
              <a:t>një</a:t>
            </a:r>
            <a:r>
              <a:rPr dirty="0"/>
              <a:t> </a:t>
            </a:r>
            <a:r>
              <a:rPr dirty="0" err="1"/>
              <a:t>përvojë</a:t>
            </a:r>
            <a:r>
              <a:rPr dirty="0"/>
              <a:t> </a:t>
            </a:r>
            <a:r>
              <a:rPr dirty="0" err="1"/>
              <a:t>natyrale</a:t>
            </a:r>
            <a:r>
              <a:rPr dirty="0"/>
              <a:t> </a:t>
            </a:r>
            <a:r>
              <a:rPr dirty="0" err="1"/>
              <a:t>të</a:t>
            </a:r>
            <a:r>
              <a:rPr dirty="0"/>
              <a:t> </a:t>
            </a:r>
            <a:r>
              <a:rPr dirty="0" err="1"/>
              <a:t>përdoruesit</a:t>
            </a:r>
            <a:r>
              <a:rPr dirty="0"/>
              <a:t> </a:t>
            </a:r>
            <a:r>
              <a:rPr dirty="0" err="1"/>
              <a:t>në</a:t>
            </a:r>
            <a:r>
              <a:rPr dirty="0"/>
              <a:t> </a:t>
            </a:r>
            <a:r>
              <a:rPr dirty="0" err="1"/>
              <a:t>të</a:t>
            </a:r>
            <a:r>
              <a:rPr dirty="0"/>
              <a:t> </a:t>
            </a:r>
            <a:r>
              <a:rPr dirty="0" err="1"/>
              <a:t>dyja</a:t>
            </a:r>
            <a:r>
              <a:rPr dirty="0"/>
              <a:t> </a:t>
            </a:r>
            <a:r>
              <a:rPr dirty="0" err="1"/>
              <a:t>platformat</a:t>
            </a:r>
            <a:r>
              <a:rPr dirty="0"/>
              <a:t>.</a:t>
            </a:r>
            <a:endParaRPr lang="en-US" dirty="0"/>
          </a:p>
          <a:p>
            <a:endParaRPr lang="en-US" dirty="0"/>
          </a:p>
          <a:p>
            <a:r>
              <a:rPr lang="en-US" dirty="0"/>
              <a:t>Flutter </a:t>
            </a:r>
            <a:r>
              <a:rPr lang="en-US" dirty="0" err="1"/>
              <a:t>ofron</a:t>
            </a:r>
            <a:r>
              <a:rPr lang="en-US" dirty="0"/>
              <a:t> </a:t>
            </a:r>
            <a:r>
              <a:rPr lang="en-US" dirty="0" err="1"/>
              <a:t>biblioteka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'http' </a:t>
            </a:r>
            <a:r>
              <a:rPr lang="en-US" dirty="0" err="1"/>
              <a:t>për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bërë</a:t>
            </a:r>
            <a:r>
              <a:rPr lang="en-US" dirty="0"/>
              <a:t> </a:t>
            </a:r>
            <a:r>
              <a:rPr lang="en-US" dirty="0" err="1"/>
              <a:t>thirrje</a:t>
            </a:r>
            <a:r>
              <a:rPr lang="en-US" dirty="0"/>
              <a:t> API </a:t>
            </a:r>
            <a:r>
              <a:rPr lang="en-US" dirty="0" err="1"/>
              <a:t>dhe</a:t>
            </a:r>
            <a:r>
              <a:rPr lang="en-US" dirty="0"/>
              <a:t> </a:t>
            </a:r>
            <a:r>
              <a:rPr lang="en-US" dirty="0" err="1"/>
              <a:t>për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analizuar</a:t>
            </a:r>
            <a:r>
              <a:rPr lang="en-US" dirty="0"/>
              <a:t> JSON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dhënat</a:t>
            </a:r>
            <a:r>
              <a:rPr lang="en-US" dirty="0"/>
              <a:t>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59205" y="890833"/>
            <a:ext cx="6992943" cy="1305612"/>
          </a:xfrm>
        </p:spPr>
        <p:txBody>
          <a:bodyPr/>
          <a:lstStyle/>
          <a:p>
            <a:r>
              <a:rPr dirty="0" err="1"/>
              <a:t>Shembull</a:t>
            </a:r>
            <a:r>
              <a:rPr dirty="0"/>
              <a:t> </a:t>
            </a:r>
            <a:r>
              <a:rPr dirty="0" err="1"/>
              <a:t>i</a:t>
            </a:r>
            <a:r>
              <a:rPr dirty="0"/>
              <a:t> </a:t>
            </a:r>
            <a:r>
              <a:rPr dirty="0" err="1"/>
              <a:t>një</a:t>
            </a:r>
            <a:r>
              <a:rPr dirty="0"/>
              <a:t> </a:t>
            </a:r>
            <a:r>
              <a:rPr dirty="0" err="1"/>
              <a:t>kërkese</a:t>
            </a:r>
            <a:r>
              <a:rPr dirty="0"/>
              <a:t> HTTP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12855" y="2121031"/>
            <a:ext cx="7197365" cy="3846136"/>
          </a:xfrm>
        </p:spPr>
        <p:txBody>
          <a:bodyPr>
            <a:normAutofit/>
          </a:bodyPr>
          <a:lstStyle/>
          <a:p>
            <a:r>
              <a:rPr lang="en-US" dirty="0"/>
              <a:t>&lt;</a:t>
            </a:r>
            <a:r>
              <a:rPr lang="en-US" dirty="0" err="1"/>
              <a:t>kodi</a:t>
            </a:r>
            <a:r>
              <a:rPr lang="en-US" dirty="0"/>
              <a:t> </a:t>
            </a:r>
            <a:r>
              <a:rPr dirty="0"/>
              <a:t>dart</a:t>
            </a:r>
            <a:r>
              <a:rPr lang="en-US" dirty="0"/>
              <a:t>&gt;</a:t>
            </a:r>
            <a:endParaRPr dirty="0"/>
          </a:p>
          <a:p>
            <a:r>
              <a:rPr dirty="0"/>
              <a:t>final response = await </a:t>
            </a:r>
            <a:r>
              <a:rPr dirty="0" err="1"/>
              <a:t>http.get</a:t>
            </a:r>
            <a:r>
              <a:rPr dirty="0"/>
              <a:t>(</a:t>
            </a:r>
            <a:r>
              <a:rPr dirty="0" err="1"/>
              <a:t>Uri.parse</a:t>
            </a:r>
            <a:r>
              <a:rPr dirty="0"/>
              <a:t>('https://api.example.com/data'));</a:t>
            </a:r>
          </a:p>
          <a:p>
            <a:r>
              <a:rPr dirty="0"/>
              <a:t>if (</a:t>
            </a:r>
            <a:r>
              <a:rPr dirty="0" err="1"/>
              <a:t>response.statusCode</a:t>
            </a:r>
            <a:r>
              <a:rPr dirty="0"/>
              <a:t> == 200) {</a:t>
            </a:r>
          </a:p>
          <a:p>
            <a:r>
              <a:rPr dirty="0"/>
              <a:t>  print(</a:t>
            </a:r>
            <a:r>
              <a:rPr dirty="0" err="1"/>
              <a:t>jsonDecode</a:t>
            </a:r>
            <a:r>
              <a:rPr dirty="0"/>
              <a:t>(</a:t>
            </a:r>
            <a:r>
              <a:rPr dirty="0" err="1"/>
              <a:t>response.body</a:t>
            </a:r>
            <a:r>
              <a:rPr dirty="0"/>
              <a:t>));</a:t>
            </a:r>
          </a:p>
          <a:p>
            <a:r>
              <a:rPr dirty="0"/>
              <a:t>}</a:t>
            </a:r>
          </a:p>
          <a:p>
            <a:r>
              <a:rPr lang="en-US" dirty="0"/>
              <a:t>&lt;/dart&gt;</a:t>
            </a:r>
            <a:endParaRPr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Mbështetja për bazën e të dhënave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1978842"/>
            <a:ext cx="7841356" cy="3997751"/>
          </a:xfrm>
        </p:spPr>
        <p:txBody>
          <a:bodyPr>
            <a:normAutofit/>
          </a:bodyPr>
          <a:lstStyle/>
          <a:p>
            <a:r>
              <a:rPr dirty="0"/>
              <a:t>Flutter </a:t>
            </a:r>
            <a:r>
              <a:rPr dirty="0" err="1"/>
              <a:t>mund</a:t>
            </a:r>
            <a:r>
              <a:rPr dirty="0"/>
              <a:t> </a:t>
            </a:r>
            <a:r>
              <a:rPr dirty="0" err="1"/>
              <a:t>të</a:t>
            </a:r>
            <a:r>
              <a:rPr dirty="0"/>
              <a:t> </a:t>
            </a:r>
            <a:r>
              <a:rPr dirty="0" err="1"/>
              <a:t>përdorë</a:t>
            </a:r>
            <a:r>
              <a:rPr dirty="0"/>
              <a:t> SQLite </a:t>
            </a:r>
            <a:r>
              <a:rPr dirty="0" err="1"/>
              <a:t>dhe</a:t>
            </a:r>
            <a:r>
              <a:rPr dirty="0"/>
              <a:t> Firebase </a:t>
            </a:r>
            <a:r>
              <a:rPr dirty="0" err="1"/>
              <a:t>Firestore</a:t>
            </a:r>
            <a:r>
              <a:rPr dirty="0"/>
              <a:t> </a:t>
            </a:r>
            <a:r>
              <a:rPr dirty="0" err="1"/>
              <a:t>për</a:t>
            </a:r>
            <a:r>
              <a:rPr dirty="0"/>
              <a:t> </a:t>
            </a:r>
            <a:r>
              <a:rPr dirty="0" err="1"/>
              <a:t>ruajtjen</a:t>
            </a:r>
            <a:r>
              <a:rPr dirty="0"/>
              <a:t> </a:t>
            </a:r>
            <a:r>
              <a:rPr dirty="0" err="1"/>
              <a:t>dhe</a:t>
            </a:r>
            <a:r>
              <a:rPr dirty="0"/>
              <a:t> </a:t>
            </a:r>
            <a:r>
              <a:rPr dirty="0" err="1"/>
              <a:t>menaxhimin</a:t>
            </a:r>
            <a:r>
              <a:rPr dirty="0"/>
              <a:t> e </a:t>
            </a:r>
            <a:r>
              <a:rPr dirty="0" err="1"/>
              <a:t>të</a:t>
            </a:r>
            <a:r>
              <a:rPr dirty="0"/>
              <a:t> </a:t>
            </a:r>
            <a:r>
              <a:rPr dirty="0" err="1"/>
              <a:t>dhënave</a:t>
            </a:r>
            <a:r>
              <a:rPr dirty="0"/>
              <a:t>.</a:t>
            </a:r>
            <a:endParaRPr lang="en-US" dirty="0"/>
          </a:p>
          <a:p>
            <a:r>
              <a:rPr lang="en-US" dirty="0"/>
              <a:t>Flutter </a:t>
            </a:r>
            <a:r>
              <a:rPr lang="en-US" dirty="0" err="1"/>
              <a:t>është</a:t>
            </a:r>
            <a:r>
              <a:rPr lang="en-US" dirty="0"/>
              <a:t> </a:t>
            </a:r>
            <a:r>
              <a:rPr lang="en-US" dirty="0" err="1"/>
              <a:t>një</a:t>
            </a:r>
            <a:r>
              <a:rPr lang="en-US" dirty="0"/>
              <a:t> </a:t>
            </a:r>
            <a:r>
              <a:rPr lang="en-US" dirty="0" err="1"/>
              <a:t>zgjedhje</a:t>
            </a:r>
            <a:r>
              <a:rPr lang="en-US" dirty="0"/>
              <a:t> e </a:t>
            </a:r>
            <a:r>
              <a:rPr lang="en-US" dirty="0" err="1"/>
              <a:t>shkëlqyer</a:t>
            </a:r>
            <a:r>
              <a:rPr lang="en-US" dirty="0"/>
              <a:t> </a:t>
            </a:r>
            <a:r>
              <a:rPr lang="en-US" dirty="0" err="1"/>
              <a:t>për</a:t>
            </a:r>
            <a:r>
              <a:rPr lang="en-US" dirty="0"/>
              <a:t> </a:t>
            </a:r>
            <a:r>
              <a:rPr lang="en-US" dirty="0" err="1"/>
              <a:t>zhvillimin</a:t>
            </a:r>
            <a:r>
              <a:rPr lang="en-US" dirty="0"/>
              <a:t> e </a:t>
            </a:r>
            <a:r>
              <a:rPr lang="en-US" dirty="0" err="1"/>
              <a:t>aplikacioneve</a:t>
            </a:r>
            <a:r>
              <a:rPr lang="en-US" dirty="0"/>
              <a:t> </a:t>
            </a:r>
            <a:r>
              <a:rPr lang="en-US" dirty="0" err="1"/>
              <a:t>ndër-platformore</a:t>
            </a:r>
            <a:r>
              <a:rPr lang="en-US" dirty="0"/>
              <a:t>, duke </a:t>
            </a:r>
            <a:r>
              <a:rPr lang="en-US" dirty="0" err="1"/>
              <a:t>ofruar</a:t>
            </a:r>
            <a:r>
              <a:rPr lang="en-US" dirty="0"/>
              <a:t> </a:t>
            </a:r>
            <a:r>
              <a:rPr lang="en-US" dirty="0" err="1"/>
              <a:t>shpejtësi</a:t>
            </a:r>
            <a:r>
              <a:rPr lang="en-US" dirty="0"/>
              <a:t>, </a:t>
            </a:r>
            <a:r>
              <a:rPr lang="en-US" dirty="0" err="1"/>
              <a:t>performancë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lartë</a:t>
            </a:r>
            <a:r>
              <a:rPr lang="en-US" dirty="0"/>
              <a:t> </a:t>
            </a:r>
            <a:r>
              <a:rPr lang="en-US" dirty="0" err="1"/>
              <a:t>dhe</a:t>
            </a:r>
            <a:r>
              <a:rPr lang="en-US" dirty="0"/>
              <a:t> </a:t>
            </a:r>
            <a:r>
              <a:rPr lang="en-US" dirty="0" err="1"/>
              <a:t>një</a:t>
            </a:r>
            <a:r>
              <a:rPr lang="en-US" dirty="0"/>
              <a:t> </a:t>
            </a:r>
            <a:r>
              <a:rPr lang="en-US" dirty="0" err="1"/>
              <a:t>ekosistem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pasur</a:t>
            </a:r>
            <a:r>
              <a:rPr lang="en-US" dirty="0"/>
              <a:t>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Përfundimi i kapitullit 1 dhe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Në këtë kapitull kemi parë:</a:t>
            </a:r>
          </a:p>
          <a:p>
            <a:r>
              <a:t>- Pse Flutter është një zgjedhje e mirë për zhvillimin ndër-platformor.</a:t>
            </a:r>
          </a:p>
          <a:p>
            <a:r>
              <a:t>- Si të krijojmë një projekt Flutter dhe si të ekzekutojmë aplikacionin tonë të parë.</a:t>
            </a:r>
          </a:p>
          <a:p>
            <a:r>
              <a:t>- Si funksionojnë `Widgets` dhe menaxhimi i gjendjes në Flutter.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EBEBEB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134</TotalTime>
  <Words>1419</Words>
  <Application>Microsoft Office PowerPoint</Application>
  <PresentationFormat>On-screen Show (4:3)</PresentationFormat>
  <Paragraphs>174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Corbel</vt:lpstr>
      <vt:lpstr>Parallax</vt:lpstr>
      <vt:lpstr>Karakteristika Flutter</vt:lpstr>
      <vt:lpstr>Përse këshillohet Flutter?</vt:lpstr>
      <vt:lpstr>Opsionet e tjera për zhvillimin ndër-platformor</vt:lpstr>
      <vt:lpstr>Zgjidhjet native</vt:lpstr>
      <vt:lpstr>Instalimi i Flutter</vt:lpstr>
      <vt:lpstr>Mjetet e zhvillimit në Flutter</vt:lpstr>
      <vt:lpstr>Krijimi i një projekti Flutter</vt:lpstr>
      <vt:lpstr>Ekzekutimi i parë i një aplikacioni Flutter</vt:lpstr>
      <vt:lpstr>Struktura e një aplikacioni Flutter</vt:lpstr>
      <vt:lpstr>Ndërtimi i UI në Flutter</vt:lpstr>
      <vt:lpstr>Stateless dhe Stateful Widgets</vt:lpstr>
      <vt:lpstr>Shembull i një StatefulWidget</vt:lpstr>
      <vt:lpstr>Menaxhimi i gjendjes në Flutter</vt:lpstr>
      <vt:lpstr>Arkitektura e Flutter</vt:lpstr>
      <vt:lpstr>Hot Reload dhe Hot Restart</vt:lpstr>
      <vt:lpstr>Krijimi i UI me Widgets</vt:lpstr>
      <vt:lpstr>Shembull i një aplikacioni të thjeshtë</vt:lpstr>
      <vt:lpstr>Llojet e Widgets në Flutter</vt:lpstr>
      <vt:lpstr>Dallimi midis Stateless dhe Stateful Widgets</vt:lpstr>
      <vt:lpstr>Menaxhimi i gjendjes me Provider</vt:lpstr>
      <vt:lpstr>Shembull i përdorimit të Provider</vt:lpstr>
      <vt:lpstr>Menaxhimi i shtigjeve dhe navigimit</vt:lpstr>
      <vt:lpstr>Shembull i navigimit në Flutter</vt:lpstr>
      <vt:lpstr>Dizajni Material dhe Cupertino</vt:lpstr>
      <vt:lpstr>Shembull i një kërkese HTTP</vt:lpstr>
      <vt:lpstr>Mbështetja për bazën e të dhënave</vt:lpstr>
      <vt:lpstr>Përfundimi i kapitullit 1 dhe 2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Prezantimi Flutter</dc:title>
  <dc:subject/>
  <dc:creator/>
  <cp:keywords/>
  <dc:description>generated using python-pptx</dc:description>
  <cp:lastModifiedBy>CTS</cp:lastModifiedBy>
  <cp:revision>15</cp:revision>
  <dcterms:created xsi:type="dcterms:W3CDTF">2013-01-27T09:14:16Z</dcterms:created>
  <dcterms:modified xsi:type="dcterms:W3CDTF">2026-02-16T18:26:26Z</dcterms:modified>
  <cp:category/>
</cp:coreProperties>
</file>