
<file path=[Content_Types].xml><?xml version="1.0" encoding="utf-8"?>
<Types xmlns="http://schemas.openxmlformats.org/package/2006/content-types">
  <Default Extension="webp" ContentType="image/web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274" y="-2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71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Game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Tutorial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Goblin Slayer Game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3337560"/>
            <a:ext cx="128016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3337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FLUTTER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3337560"/>
            <a:ext cx="1280160" cy="292608"/>
          </a:xfrm>
          <a:prstGeom prst="rect">
            <a:avLst/>
          </a:prstGeom>
          <a:solidFill>
            <a:srgbClr val="D2A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3337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DART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3337560"/>
            <a:ext cx="1280160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337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GAME DEV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 Students • Computer Science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57200"/>
            <a:ext cx="3291840" cy="329184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43600" y="3566160"/>
            <a:ext cx="2743200" cy="1371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5149"/>
                </a:solidFill>
              </a:rPr>
              <a:t>vs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🎮  Game Overview – What We're Building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3931920" cy="429768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0"/>
            <a:ext cx="3931920" cy="365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40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LEVEL 1 — Goblin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22860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474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Tap 'Shoot' to deal 20 HP damage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Green health bar → red below 50%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Goblin has 100 HP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Dead → show dead image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Buttons: Next Level / Restart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640080"/>
            <a:ext cx="4206240" cy="429768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640080"/>
            <a:ext cx="4206240" cy="3657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60" y="640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LEVEL 2 — Android Boss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12080" y="1097280"/>
            <a:ext cx="2926080" cy="21031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2918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Boss shoots lasers at player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Laser speed ↑ as boss health 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Player has ❤❤❤ 3 lives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3 hits → Game Over screen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C"/>
                </a:solidFill>
              </a:rPr>
              <a:t>Defeat boss → Victory screen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📁  Step 1 – Project Setup &amp; Folder 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32004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FOLDER TREE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goblin_game/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main.dart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game_screen.dart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level1_screen.dart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level2_screen.dart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models/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game_state.dart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goblin-alive.webp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goblin-dead.jpg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pubspec.yaml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594360"/>
            <a:ext cx="5120640" cy="16687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594360"/>
            <a:ext cx="1280160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594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pubspec.yaml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86200" y="10058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goblin_game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uses-material-design: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assets/goblin-alive.webp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assets/goblin-dead.jpg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353035"/>
            <a:ext cx="5120640" cy="235488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20940" y="2516145"/>
            <a:ext cx="1280160" cy="297180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0940" y="25595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main.dart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200" y="2418588"/>
            <a:ext cx="331470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'package:flutter/material.dart';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'game_screen.dart';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=&gt; runApp(const MyApp());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MyApp extends StatelessWidget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MyApp({super.key});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MaterialApp(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title: 'Goblin Slayer',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theme: ThemeData.dark(),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home: const GameScreen(),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🧠  Step 2 – Game State Model (game_state.dart)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05315" y="800100"/>
            <a:ext cx="1280160" cy="256032"/>
          </a:xfrm>
          <a:prstGeom prst="rect">
            <a:avLst/>
          </a:prstGeom>
          <a:solidFill>
            <a:srgbClr val="D2A8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05315" y="801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models/game_state.dart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73443"/>
            <a:ext cx="6848115" cy="4218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Represents which level/screen is active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GameLevel { level1, level2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Represents the current game status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GameStatus { playing, gameOver, victory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Holds all global game state — passed down to child widgets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GameState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level;          // current level (1 or 2)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playerLives;    // lives remaining (starts at 3)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GameStatus status;      // playing / gameOver / victory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GameState({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this.level       = 1,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this.playerLives = 3,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this.status      = GameStatus.playing,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Convenience: player is still alive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get isAlive =&gt; playerLives &gt; 0;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Reduce player life by 1; switch to gameOver if none left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takeDamage() {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playerLives--;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(playerLives &lt;= 0) status = GameStatus.gameOver;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🎮  Step 3 – GameScreen: The Level Controller (game_screen.dart)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647247"/>
            <a:ext cx="12801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647247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game_screen.dart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594360"/>
            <a:ext cx="77563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class GameScreen extends StatefulWidget {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const GameScreen({super.key});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@override State&lt;GameScreen&gt; createState() =&gt; _GameScreenState();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}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class _GameScreenState extends State&lt;GameScreen&gt; {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final GameState _state = GameState();   // single source of truth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void _nextLevel()  =&gt; setState(() =&gt; _state.level = 2);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void _restartGame()=&gt; setState(() {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_state.level        = 1;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_state.playerLives  = 3;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_state.status       = GameStatus.playing;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});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@override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Widget build(BuildContext context) {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// Show the appropriate screen based on game state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if (_state.status == GameStatus.gameOver)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return GameOverScreen(onRestart: _restartGame);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if (_state.status == GameStatus.victory)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return VictoryScreen(onRestart: _restartGame);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if (_state.level == 1)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return Level1Screen(onNextLevel: _nextLevel,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                    onRestart: _restartGame);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return Level2Screen(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gameState:  _state,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onWin:      () =&gt; setState(() =&gt; _state.status = GameStatus.victory),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 onGameOver: () =&gt; setState(() =&gt; _state.status = GameStatus.gameOver),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);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}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}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👾  Step 4 – Level 1: Goblin Screen (level1_screen.dart)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4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94360"/>
            <a:ext cx="2194560" cy="21945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788920"/>
            <a:ext cx="2194560" cy="1880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0" y="2502243"/>
            <a:ext cx="1280160" cy="2592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FB950"/>
                </a:solidFill>
              </a:rPr>
              <a:t>alive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132320" y="4696803"/>
            <a:ext cx="1280160" cy="240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5149"/>
                </a:solidFill>
              </a:rPr>
              <a:t>dead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594360"/>
            <a:ext cx="626364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57800" y="637609"/>
            <a:ext cx="12801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67596" y="660469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level1_screen.dart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11480" y="637609"/>
            <a:ext cx="5989320" cy="430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Level1Screen extends StatefulWidget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VoidCallback onNextLevel;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VoidCallback onRestart;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Level1Screen({required this.onNextLevel,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required this.onRestart, super.key});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 State&lt;Level1Screen&gt; createState() =&gt; _Level1State();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_Level1State extends State&lt;Level1Screen&gt;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goblinHp  = 100;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get isDead =&gt; goblinHp &lt;= 0;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_shoot() =&gt; setState(()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goblinHp = (goblinHp - 20).clamp(0, 100);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=&gt; Scaffold(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const Color(0xFF0D1117),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appBar: AppBar(title: const Text('Level 1 – Goblin'),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backgroundColor: const Color(0xFF161B22)),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Center(child: Column(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mainAxisAlignment: MainAxisAlignment.center,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children: [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Goblin image switches when dead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Image.asset(isDead?'assets/goblin-dead.jpg'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:'assets/goblin-alive.webp',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width: 200, height: 200),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SizedBox(height: 16),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_buildHealthBar(),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SizedBox(height: 16),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_buildActionButtons(),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❤️  Step 4 cont – Health Bar &amp; Action Buttons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16052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669366"/>
            <a:ext cx="1280160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6596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_buildHealthBar()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722870"/>
            <a:ext cx="4023360" cy="421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 _buildHealthBar() {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pct = goblinHp / 100;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Padding(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const EdgeInsets.symmetric(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horizontal: 32),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child: Column(children: [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isDead ? 'Goblin Defeated! 💀'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: 'HP: $goblinHp / 100',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style: TextStyle(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color: isDead ? Colors.red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: Colors.white,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fontSize: 18, fontWeight: FontWeight.bold,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SizedBox(height: 8),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LinearProgressIndicator(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value: pct,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minHeight: 18,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backgroundColor: Colors.grey[800],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valueColor: AlwaysStoppedAnimation(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goblinHp &gt; 50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? Colors.green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: Colors.redAccent,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594360"/>
            <a:ext cx="420624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629948"/>
            <a:ext cx="128016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6299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_buildActionButtons()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629948"/>
            <a:ext cx="3931920" cy="4307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 _buildActionButtons()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(!isDead)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Still fighting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ElevatedButton.icon(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onPressed: _shoot,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icon: const Icon(Icons.gps_fixed),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label: const Text('Shoot Goblin'),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style: ElevatedButton.styleFrom(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backgroundColor: Colors.redAccent,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foregroundColor: Colors.white,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padding: const EdgeInsets.symmetric(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horizontal: 32, vertical: 14),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textStyle: const TextStyle(fontSize: 18),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Goblin is dead → show two options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Row(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mainAxisAlignment: MainAxisAlignment.center,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children: [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ElevatedButton(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onPressed: widget.onNextLevel,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child: const Text('Next Level ➡'),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SizedBox(width: 16),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OutlinedButton(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onPressed: widget.onRestart,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child: const Text('Restart'),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❤️❤️❤️  Step 5 – Player Lives Widget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301752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CONCEPT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Player Lives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5149"/>
                </a:solidFill>
              </a:rPr>
              <a:t>❤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716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5149"/>
                </a:solidFill>
              </a:rPr>
              <a:t>❤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1488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5149"/>
                </a:solidFill>
              </a:rPr>
              <a:t>❤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3 Lives at game start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560320" cy="457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5149"/>
                </a:solidFill>
              </a:rPr>
              <a:t>Hit by laser → lose 1 life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5149"/>
                </a:solidFill>
              </a:rPr>
              <a:t>❤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6459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85149"/>
                </a:solidFill>
              </a:rPr>
              <a:t>❤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4231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30363D"/>
                </a:solidFill>
              </a:rPr>
              <a:t>🖤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1148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5149"/>
                </a:solidFill>
              </a:rPr>
              <a:t>0 lives → Game Over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🖤🖤🖤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474720" y="594360"/>
            <a:ext cx="539496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658368"/>
            <a:ext cx="1280160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658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PlayerLivesWidget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594360"/>
            <a:ext cx="5166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Reusable widget to display hearts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PlayerLivesWidget extends StatelessWidget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int lives;        // current lives (0-3)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int maxLives;     // default 3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PlayerLivesWidget(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{required this.lives, this.maxLives = 3, super.key});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Row(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mainAxisAlignment: MainAxisAlignment.center,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children: List.generate(maxLives, (index) {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final alive = index &lt; lives;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Padding(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padding: const EdgeInsets.symmetric(horizontal: 4),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child: Icon(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alive ? Icons.favorite : Icons.favorite_border,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color: alive ? Colors.redAccent : Colors.grey,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size: 32,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}),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inside Level2Screen build():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PlayerLivesWidget(lives: gameState.playerLives)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🤖  Step 6 – Level 2: Boss Screen Setup (level2_screen.dart)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6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0" y="640080"/>
            <a:ext cx="219456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594360"/>
            <a:ext cx="621792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86479" y="637609"/>
            <a:ext cx="1628621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2922" y="637609"/>
            <a:ext cx="1752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level2_screen.dart – state fields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640080"/>
            <a:ext cx="5943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Level2Screen extends StatefulWidget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GameState   gameState;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VoidCallback onWin;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VoidCallback onGameOver;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Level2Screen({required this.gameState,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this.onWin, required this.onGameOver, super.key});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 State&lt;Level2Screen&gt; createState() =&gt; _Level2State();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_Level2State extends State&lt;Level2Screen&gt;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sz="800" dirty="0" err="1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SingleTickerProviderStateMixin</a:t>
            </a: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Boss state ─────────────────────────────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bossHp         = 200;          // Boss starts with 200 HP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int maxBossHp = 200;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get bossIsDead  =&gt; bossHp &lt;= 0;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Laser state ────────────────────────────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Timer?  _laserTimer;                // fires lasers periodically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   _laserVisible   = false;    // is a laser on screen?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 _laserY         = 0.2;     // laser Y position (0=top)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 _laserX         = 0.5;     // laser X position (0=left)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Laser speed increases as boss health drops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At 100% HP → 1.5s between shots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At 0% HP  → 0.4s between shots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Duration get _laserInterval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pct = bossHp / maxBossHp;   // 1.0 → 0.0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ms  = 400 + (pct * 1100).toInt();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Duration(milliseconds: ms);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initState()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super.initState();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_startLaserTimer();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37960" y="3017520"/>
            <a:ext cx="233172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315468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Boss: 200 HP
</a:t>
            </a:r>
            <a:r>
              <a:rPr lang="en-US" sz="1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Speed formula:
</a:t>
            </a: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= 400ms +
  (hpPct × 1100ms)
</a:t>
            </a: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at low HP!
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⚡  Step 7 – Laser System &amp; Collision Detection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29768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398" y="594360"/>
            <a:ext cx="1280161" cy="256032"/>
          </a:xfrm>
          <a:prstGeom prst="rect">
            <a:avLst/>
          </a:prstGeom>
          <a:solidFill>
            <a:srgbClr val="E3B34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398" y="576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Laser Timer &amp; Shooting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667265"/>
            <a:ext cx="4114800" cy="427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_startLaserTimer() {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_laserTimer?.cancel();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_laserTimer = Timer.periodic(_laserInterval, (_) {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(!mounted) return;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Restart timer with updated speed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_startLaserTimer();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_fireLaser();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_fireLaser() {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setState(() {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_laserVisible = true;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Random X position for variety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_laserX = 0.2 + Random().nextDouble() * 0.6;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_laserY = 0.15;   // starts near top (boss)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Animate laser moving DOWN toward player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step = Duration(milliseconds: 30);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Timer.periodic(step, (t) {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(!mounted) { t.cancel(); return; }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setState(() =&gt; _laserY += 0.04);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(_laserY &gt;= 0.85) {          // laser reached player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t.cancel();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_checkHit();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8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8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754880" y="594360"/>
            <a:ext cx="41148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196" y="659604"/>
            <a:ext cx="1600204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196" y="655896"/>
            <a:ext cx="1554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Hit Detection &amp; Player Shooting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667265"/>
            <a:ext cx="3886200" cy="427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_checkHit()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Player is at fixed bottom-center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Hit if laser X is within ±0.15 of center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hit = (_laserX - 0.5).abs() &lt; 0.15;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setState(()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_laserVisible = false;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(hit)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widget.gameState.takeDamage();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(!widget.gameState.isAlive)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_laserTimer?.cancel();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widget.onGameOver();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Player taps to shoot boss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_shootBoss()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(bossIsDead) return;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setState(()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bossHp = (bossHp - 25).clamp(0, maxBossHp);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(bossIsDead)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_laserTimer?.cancel();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widget.onWin();      // 🏆 Victory!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dispose()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_laserTimer?.cancel(); // ⚠️ Always cancel timers!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super.dispose();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🖼️  Step 8 – Level 2 Build Method &amp; Laser Rendering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Level2Screen build()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8321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 build(BuildContext context)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pct = bossHp / maxBossHp;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Scaffold(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const Color(0xFF0D1117),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appBar: AppBar(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title: const Text('Level 2 – Android Boss'),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backgroundColor: const Color(0xFF161B22),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Stack(children: [   // Stack lets us overlay the laser on top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── Main column content ──────────────────────────────────────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Center(child: Column(mainAxisAlignment: MainAxisAlignment.center,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children: [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Text('⚡ BOSS', style: TextStyle(color: Colors.redAccent, fontSize: 22, fontWeight: FontWeight.bold)),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Image.asset('assets/boss.jpg', width: 160, height: 160),   // boss image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Padding(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padding: const EdgeInsets.symmetric(horizontal: 32, vertical: 8),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child: LinearProgressIndicator(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pct, minHeight: 14,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backgroundColor: Colors.grey[800],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valueColor: AlwaysStoppedAnimation(pct &gt; 0.5 ? Colors.orange : Colors.red),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Text('Boss HP: $bossHp / $maxBossHp', style: const TextStyle(color: Colors.white)),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SizedBox(height: 12),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PlayerLivesWidget(lives: widget.gameState.playerLives),  // ❤❤❤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SizedBox(height: 20),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ElevatedButton.icon(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onPressed: _shootBoss,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icon: const Icon(Icons.bolt),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label: const Text('Fire!'),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ElevatedButton.styleFrom(backgroundColor: Colors.deepOrangeAccent),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── Laser overlay ─────────────────────────────────────────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(_laserVisible)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Positioned(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left:  MediaQuery.of(context).size.width  * _laserX,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top:   MediaQuery.of(context).size.height * _laserY,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child: Container(width: 6, height: 50,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decoration: BoxDecoration(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color: Colors.cyanAccent,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borderRadius: BorderRadius.circular(3),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boxShadow: [BoxShadow(color: Colors.cyan.withOpacity(0.8), blurRadius: 12)],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🏆  Step 9 – Game Over &amp; Victory Screens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0" y="73152"/>
            <a:ext cx="868680" cy="347472"/>
          </a:xfrm>
          <a:prstGeom prst="roundRect">
            <a:avLst>
              <a:gd name="adj" fmla="val 13158"/>
            </a:avLst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7315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STEP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4251960" cy="438912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594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GameOverScreen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4023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GameOverScreen extends StatelessWidget {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VoidCallback onRestart;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GameOverScreen(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{required this.onRestart, super.key});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=&gt;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Scaffold(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backgroundColor: const Color(0xFF0D0D0D),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Center(child: Column(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mainAxisAlignment: MainAxisAlignment.center,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children: [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Text('💀',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TextStyle(fontSize: 80)),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SizedBox(height: 16),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Text('GAME OVER',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TextStyle(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color: Colors.redAccent,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fontSize: 40,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fontWeight: FontWeight.bold,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letterSpacing: 4,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SizedBox(height: 32),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ElevatedButton.icon(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onPressed: onRestart,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icon: const Icon(Icons.replay),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label: const Text('Play Again'),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ElevatedButton.styleFrom(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backgroundColor: Colors.redAccent,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594360"/>
            <a:ext cx="4160520" cy="438912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594360"/>
            <a:ext cx="1280160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594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VictoryScreen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00584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VictoryScreen extends StatelessWidget {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VoidCallback onRestart;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VictoryScreen(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{required this.onRestart, super.key});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=&gt;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Scaffold(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backgroundColor: const Color(0xFF0A1628),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Center(child: Column(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mainAxisAlignment: MainAxisAlignment.center,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children: [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Text('🏆',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TextStyle(fontSize: 80)),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SizedBox(height: 16),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Text('YOU WIN!',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TextStyle(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color: Colors.greenAccent,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fontSize: 42,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fontWeight: FontWeight.bold,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letterSpacing: 4,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SizedBox(height: 8),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Text('The Android Boss is defeated!',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TextStyle(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color: Colors.white70, fontSize: 16)),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const SizedBox(height: 32),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ElevatedButton.icon(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onPressed: onRestart,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icon: const Icon(Icons.replay),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label: const Text('Play Again'),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style: ElevatedButton.styleFrom(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backgroundColor: Colors.greenAccent,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foregroundColor: Colors.black,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)),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🔄  Game Flow Diagram – Complete Picture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0480" y="621792"/>
            <a:ext cx="146304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6217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APP START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0" cy="25603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40480" y="1261872"/>
            <a:ext cx="14630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GameScreen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0" cy="25603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40480" y="1901952"/>
            <a:ext cx="146304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901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Level 1 Screen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1993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FB950"/>
                </a:solidFill>
              </a:rPr>
              <a:t>Shoot × 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0" cy="25603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40480" y="2542032"/>
            <a:ext cx="1463040" cy="384048"/>
          </a:xfrm>
          <a:prstGeom prst="rect">
            <a:avLst/>
          </a:prstGeom>
          <a:solidFill>
            <a:srgbClr val="E3B34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542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Goblin Dead?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734056"/>
            <a:ext cx="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734056"/>
            <a:ext cx="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011680" y="23317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5149"/>
                </a:solidFill>
              </a:rPr>
              <a:t>No (keep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85149"/>
                </a:solidFill>
              </a:rPr>
              <a:t>shooting)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926080"/>
            <a:ext cx="0" cy="256032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349240" y="27249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</a:rPr>
              <a:t>Yes 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0" y="3182112"/>
            <a:ext cx="146304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1821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C"/>
                </a:solidFill>
              </a:rPr>
              <a:t>Level 2 Screen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3374136"/>
            <a:ext cx="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374136"/>
            <a:ext cx="0" cy="82296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45920" y="4005072"/>
            <a:ext cx="1463040" cy="384048"/>
          </a:xfrm>
          <a:prstGeom prst="rect">
            <a:avLst/>
          </a:prstGeom>
          <a:solidFill>
            <a:srgbClr val="F8514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4005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GAME OVER 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3364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</a:rPr>
              <a:t>3 lives lost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3374136"/>
            <a:ext cx="109728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374136"/>
            <a:ext cx="0" cy="82296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35040" y="4005072"/>
            <a:ext cx="146304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005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VICTORY 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33649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</a:rPr>
              <a:t>Boss defeated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</a:rPr>
              <a:t>📚  Flutter Concepts Used in This Project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16052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40080"/>
            <a:ext cx="4160520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00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setState()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widget rebuild; use for goblin HP, lives, laser position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640080"/>
            <a:ext cx="416052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640080"/>
            <a:ext cx="4160520" cy="347472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6400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Timer.periodic()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timer for laser firing; always cancel in dispose()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16052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03120"/>
            <a:ext cx="416052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103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+ Positioned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overlay on top of game content — powerful layout combo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16052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D2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103120"/>
            <a:ext cx="4160520" cy="347472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103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(GameStatus)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game state as playing / gameOver / victory cleanly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4160520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66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VoidCallback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functions between parent/child (e.g. onWin, onGameOver)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16052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566160"/>
            <a:ext cx="4160520" cy="34747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5661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AnimationController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977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smooth laser movement instead of Timer.periodic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Two-level Flutter game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Goblin with HP bar &amp; images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Next Level / Restart flow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Player lives (3 hearts) system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Boss with scaling laser speed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Game Over &amp; Victory screens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state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548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3B341"/>
                </a:solidFill>
              </a:rPr>
              <a:t>Try It Online: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005840"/>
            <a:ext cx="33832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005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zapp.run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</a:rPr>
              <a:t>Extend The Game: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21031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sound with audioplayers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Animations (Hero / Lottie)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score with SharedPreferences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Level 3 with different enemy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Multiplayer with Firebase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4434840"/>
            <a:ext cx="356616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4434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Good luck — keep building!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3317</Words>
  <Application>Microsoft Office PowerPoint</Application>
  <PresentationFormat>On-screen Show (16:9)</PresentationFormat>
  <Paragraphs>561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Goblin Game – Step by Step</dc:title>
  <dc:subject>PptxGenJS Presentation</dc:subject>
  <dc:creator>PptxGenJS</dc:creator>
  <cp:lastModifiedBy>CTS</cp:lastModifiedBy>
  <cp:revision>9</cp:revision>
  <dcterms:created xsi:type="dcterms:W3CDTF">2026-04-13T21:32:56Z</dcterms:created>
  <dcterms:modified xsi:type="dcterms:W3CDTF">2026-04-13T21:53:31Z</dcterms:modified>
</cp:coreProperties>
</file>