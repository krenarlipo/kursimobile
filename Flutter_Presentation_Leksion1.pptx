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8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2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4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2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7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1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9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8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98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902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25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62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04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54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4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Hyrje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është një framework open-source i krijuar nga Google për të zhvilluar aplikacione mobile, web dhe desktop nga një kod i vetëm. Ai përdor gjuhën e programimit Dart dhe ofron një performancë të lartë dhe një ndërfaqe të bukur të përdoruesit.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 të përdorim Flutter?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Kod i vetëm për Android dhe iOS.</a:t>
            </a:r>
          </a:p>
          <a:p>
            <a:r>
              <a:t>2. Performancë e lartë për shkak të renderizimit direkt.</a:t>
            </a:r>
          </a:p>
          <a:p>
            <a:r>
              <a:t>3. 'Hot Reload' për zhvillim të shpejtë.</a:t>
            </a:r>
          </a:p>
          <a:p>
            <a:r>
              <a:t>4. Komunitet i madh dhe mbështetje nga Google.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Instalimi 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Për të instaluar Flutter duhet:</a:t>
            </a:r>
          </a:p>
          <a:p>
            <a:r>
              <a:t>1. Të shkarkoni Flutter SDK nga faqja zyrtare.</a:t>
            </a:r>
          </a:p>
          <a:p>
            <a:r>
              <a:t>2. Të konfiguroni variablin e mjedisit.</a:t>
            </a:r>
          </a:p>
          <a:p>
            <a:r>
              <a:t>3. Të instaloni një editor si Visual Studio Code ose Android Studio.</a:t>
            </a:r>
          </a:p>
          <a:p>
            <a:r>
              <a:t>4. Të kontrolloni instalimin me komandën 'flutter doctor'.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Struktura e një Projekti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Një projekt Flutter përmban:</a:t>
            </a:r>
          </a:p>
          <a:p>
            <a:r>
              <a:t>- lib/: Përmban kodin burimor të aplikacionit.</a:t>
            </a:r>
          </a:p>
          <a:p>
            <a:r>
              <a:t>- android/: Konfigurimet për Android.</a:t>
            </a:r>
          </a:p>
          <a:p>
            <a:r>
              <a:t>- ios/: Konfigurimet për iOS.</a:t>
            </a:r>
          </a:p>
          <a:p>
            <a:r>
              <a:t>- pubspec.yaml: Menaxhon paketat dhe varësitë.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Dart - Gjuha e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Dart është një gjuhë e tipizuar statikisht dhe përdoret nga Flutter për zhvillimin e aplikacioneve.</a:t>
            </a:r>
          </a:p>
          <a:p>
            <a:r>
              <a:t>Karakteristikat kryesore të Dart:</a:t>
            </a:r>
          </a:p>
          <a:p>
            <a:r>
              <a:t>- Sintaksë e pastër dhe e lehtë për t'u mësuar.</a:t>
            </a:r>
          </a:p>
          <a:p>
            <a:r>
              <a:t>- Menaxhim automatik i memorjes.</a:t>
            </a:r>
          </a:p>
          <a:p>
            <a:r>
              <a:t>- Mbështet paradigma të programimit objektor.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Widget-at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Në Flutter, gjithçka është një widget. Ekzistojnë dy lloje kryesore:</a:t>
            </a:r>
          </a:p>
          <a:p>
            <a:r>
              <a:t>- StatelessWidget: Nuk ndryshon gjatë ekzekutimit.</a:t>
            </a:r>
          </a:p>
          <a:p>
            <a:r>
              <a:t>- StatefulWidget: Mund të ndryshojë gjatë ekzekutimit.</a:t>
            </a:r>
          </a:p>
          <a:p>
            <a:endParaRPr/>
          </a:p>
          <a:p>
            <a:r>
              <a:t>Disa widget-e bazë: Text, Container, Row, Column, Scaffold,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Menaxhimi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</a:t>
            </a:r>
            <a:r>
              <a:rPr lang="en-US" dirty="0" err="1"/>
              <a:t>tatusit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Menaxhimi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</a:t>
            </a:r>
            <a:r>
              <a:rPr lang="en-US" dirty="0" err="1"/>
              <a:t>tatusit</a:t>
            </a:r>
            <a:r>
              <a:rPr dirty="0"/>
              <a:t> </a:t>
            </a:r>
            <a:r>
              <a:rPr dirty="0" err="1"/>
              <a:t>është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rëndësishëm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aplikacione</a:t>
            </a:r>
            <a:r>
              <a:rPr dirty="0"/>
              <a:t> </a:t>
            </a:r>
            <a:r>
              <a:rPr dirty="0" err="1"/>
              <a:t>interaktive</a:t>
            </a:r>
            <a:r>
              <a:rPr dirty="0"/>
              <a:t>.</a:t>
            </a:r>
          </a:p>
          <a:p>
            <a:r>
              <a:rPr dirty="0" err="1"/>
              <a:t>Disa</a:t>
            </a:r>
            <a:r>
              <a:rPr dirty="0"/>
              <a:t> </a:t>
            </a:r>
            <a:r>
              <a:rPr dirty="0" err="1"/>
              <a:t>metoda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menaxhimit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s</a:t>
            </a:r>
            <a:r>
              <a:rPr lang="en-US" dirty="0" err="1"/>
              <a:t>tatusit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Flutter:</a:t>
            </a:r>
          </a:p>
          <a:p>
            <a:r>
              <a:rPr dirty="0"/>
              <a:t>- </a:t>
            </a:r>
            <a:r>
              <a:rPr dirty="0" err="1"/>
              <a:t>setState</a:t>
            </a:r>
            <a:r>
              <a:rPr dirty="0"/>
              <a:t>()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menaxhim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.</a:t>
            </a:r>
          </a:p>
          <a:p>
            <a:r>
              <a:rPr dirty="0"/>
              <a:t>- Provider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menaxhim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organizuar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Riverpod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Bloc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projekte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mëdha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Navigimi ndërmjet faqeve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Përdorimi i navigator për të lëvizur midis faqeve:</a:t>
            </a:r>
          </a:p>
          <a:p>
            <a:r>
              <a:t>1. Navigator.push për të shtuar një faqe të re.</a:t>
            </a:r>
          </a:p>
          <a:p>
            <a:r>
              <a:t>2. Navigator.pop për t'u kthyer mbrapa.</a:t>
            </a:r>
          </a:p>
          <a:p>
            <a:r>
              <a:t>3. Routes për navigim më të strukturuar.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Punimi me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mbështet kërkesat HTTP për të komunikuar me shërbime web.</a:t>
            </a:r>
          </a:p>
          <a:p>
            <a:r>
              <a:t>Hapat për të punuar me API:</a:t>
            </a:r>
          </a:p>
          <a:p>
            <a:r>
              <a:t>1. Shto paketën http në pubspec.yaml.</a:t>
            </a:r>
          </a:p>
          <a:p>
            <a:r>
              <a:t>2. Krijo një kërkesë GET ose POST.</a:t>
            </a:r>
          </a:p>
          <a:p>
            <a:r>
              <a:t>3. Përpuno të dhënat e marra me 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Animacionet në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mbështet animacionet për përmirësimin e UI-së.</a:t>
            </a:r>
          </a:p>
          <a:p>
            <a:r>
              <a:t>Disa klasa për animacione:</a:t>
            </a:r>
          </a:p>
          <a:p>
            <a:r>
              <a:t>- AnimatedContainer</a:t>
            </a:r>
          </a:p>
          <a:p>
            <a:r>
              <a:t>- TweenAnimationBuilder</a:t>
            </a:r>
          </a:p>
          <a:p>
            <a:r>
              <a:t>- AnimationController dhe CurvedAnimation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Bërja e 'Build' për aplikacionin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Pasi aplikacioni është gati, mund ta përgatisni për publikim:</a:t>
            </a:r>
          </a:p>
          <a:p>
            <a:r>
              <a:t>1. Flutter build apk për Android.</a:t>
            </a:r>
          </a:p>
          <a:p>
            <a:r>
              <a:t>2. Flutter build ios për iOS.</a:t>
            </a:r>
          </a:p>
          <a:p>
            <a:r>
              <a:t>3. Përdorimi i Firebase ose App Store për shpërndarje.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Përfundim dhe Burime të Mëtejshme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është një teknologji e fuqishme për zhvillimin e aplikacioneve multi-platformë.</a:t>
            </a:r>
          </a:p>
          <a:p>
            <a:r>
              <a:t>Burime të mëtejshme:</a:t>
            </a:r>
          </a:p>
          <a:p>
            <a:r>
              <a:t>- Dokumentacioni zyrtar: flutter.dev</a:t>
            </a:r>
          </a:p>
          <a:p>
            <a:r>
              <a:t>- YouTube tutorials dhe kurse online.</a:t>
            </a:r>
          </a:p>
          <a:p>
            <a:r>
              <a:t>- Komuniteti në Stack Overflow dhe GitHub.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</TotalTime>
  <Words>540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Tw Cen MT</vt:lpstr>
      <vt:lpstr>Circuit</vt:lpstr>
      <vt:lpstr>Hyrje në Flutter</vt:lpstr>
      <vt:lpstr>Pse të përdorim Flutter?</vt:lpstr>
      <vt:lpstr>Instalimi i Flutter</vt:lpstr>
      <vt:lpstr>Struktura e një Projekti Flutter</vt:lpstr>
      <vt:lpstr>Dart - Gjuha e Flutter</vt:lpstr>
      <vt:lpstr>Widget-at në Flutter</vt:lpstr>
      <vt:lpstr>Menaxhimi i Statusit</vt:lpstr>
      <vt:lpstr>Navigimi ndërmjet faqeve</vt:lpstr>
      <vt:lpstr>Punimi me API</vt:lpstr>
      <vt:lpstr>Animacionet në Flutter</vt:lpstr>
      <vt:lpstr>Bërja e 'Build' për aplikacionin</vt:lpstr>
      <vt:lpstr>Përfundim dhe Burime të Mëtejshme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Hyrje në Flutter</dc:title>
  <dc:subject/>
  <dc:creator/>
  <cp:keywords/>
  <dc:description>generated using python-pptx</dc:description>
  <cp:lastModifiedBy>WebHouseSoft admin</cp:lastModifiedBy>
  <cp:revision>3</cp:revision>
  <dcterms:created xsi:type="dcterms:W3CDTF">2013-01-27T09:14:16Z</dcterms:created>
  <dcterms:modified xsi:type="dcterms:W3CDTF">2025-02-20T23:28:04Z</dcterms:modified>
  <cp:category/>
</cp:coreProperties>
</file>