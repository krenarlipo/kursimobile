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Updated PowerPoint Explanation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Linked sliders, Apply loading spinner, and automatic scroll-to-top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This version explains the newer code: 5 fixed colors, 2 linked mix sliders, a loading circle on Apply, and auto-scroll so the student can immediately see the changed main circle.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8120" y="914400"/>
            <a:ext cx="3383280" cy="5029200"/>
          </a:xfrm>
          <a:prstGeom prst="roundRect">
            <a:avLst>
              <a:gd name="adj" fmla="val 162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02752" y="1600200"/>
            <a:ext cx="2423160" cy="493776"/>
          </a:xfrm>
          <a:prstGeom prst="roundRect">
            <a:avLst>
              <a:gd name="adj" fmla="val 11111"/>
            </a:avLst>
          </a:prstGeom>
          <a:solidFill>
            <a:srgbClr val="1025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02752" y="175564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5 COLORS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302752" y="2468880"/>
            <a:ext cx="2423160" cy="493776"/>
          </a:xfrm>
          <a:prstGeom prst="roundRect">
            <a:avLst>
              <a:gd name="adj" fmla="val 11111"/>
            </a:avLst>
          </a:prstGeom>
          <a:solidFill>
            <a:srgbClr val="1025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62432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LINKED %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302752" y="3337560"/>
            <a:ext cx="2423160" cy="493776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349300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LOADING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302752" y="4206240"/>
            <a:ext cx="2423160" cy="493776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436168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AUTO-SCROLL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4556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Updated Color Mix Demo · Flutter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0" y="6428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OVERVIEW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What changed in the newer version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94A3B8"/>
                </a:solidFill>
              </a:rPr>
              <a:t>This deck replaces the old explanation with the newest behavior.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502920" y="64556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Updated Color Mix Demo · Flutter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0" y="6428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/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45920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Old idea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212848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Apply changed the main circle immediately.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32688" y="285292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779776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Mixing used fixed buttons for 25/50/75.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32688" y="34198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346704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No loading feedback after Apply.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2688" y="398678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913632"/>
            <a:ext cx="4608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No automatic return to the top of the screen.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9224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New idea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10528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2212848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The main circle still changes only after Apply.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10528" y="285292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2779776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Two linked horizontal sliders control the mix.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10528" y="34198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56832" y="3346704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A small loading spinner appears during Apply.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10528" y="398678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3913632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After applying, the screen scrolls back to the main circle.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STRUCTURE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Core state variables in the new version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94A3B8"/>
                </a:solidFill>
              </a:rPr>
              <a:t>Everything important still lives in one State class.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502920" y="64556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Updated Color Mix Demo · Flutter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0" y="6428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/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45920"/>
            <a:ext cx="5120640" cy="4526280"/>
          </a:xfrm>
          <a:prstGeom prst="roundRect">
            <a:avLst>
              <a:gd name="adj" fmla="val 121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47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Stored state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226771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194560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mainColor and mainLabel → the big top circle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932688" y="277977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706624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colorA / colorB and colorAName / colorBName</a:t>
            </a:r>
            <a:endParaRPr lang="en-US" sz="1680" dirty="0"/>
          </a:p>
        </p:txBody>
      </p:sp>
      <p:sp>
        <p:nvSpPr>
          <p:cNvPr id="16" name="Shape 14"/>
          <p:cNvSpPr/>
          <p:nvPr/>
        </p:nvSpPr>
        <p:spPr>
          <a:xfrm>
            <a:off x="932688" y="329184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218688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aPercent and bPercent → linked percentages</a:t>
            </a:r>
            <a:endParaRPr lang="en-US" sz="1680" dirty="0"/>
          </a:p>
        </p:txBody>
      </p:sp>
      <p:sp>
        <p:nvSpPr>
          <p:cNvPr id="18" name="Shape 16"/>
          <p:cNvSpPr/>
          <p:nvPr/>
        </p:nvSpPr>
        <p:spPr>
          <a:xfrm>
            <a:off x="932688" y="380390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730752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isApplying → controls the loading spinner</a:t>
            </a:r>
            <a:endParaRPr lang="en-US" sz="1680" dirty="0"/>
          </a:p>
        </p:txBody>
      </p:sp>
      <p:sp>
        <p:nvSpPr>
          <p:cNvPr id="20" name="Shape 18"/>
          <p:cNvSpPr/>
          <p:nvPr/>
        </p:nvSpPr>
        <p:spPr>
          <a:xfrm>
            <a:off x="932688" y="431596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242816"/>
            <a:ext cx="4654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_scrollController → enables automatic scrolling</a:t>
            </a:r>
            <a:endParaRPr lang="en-US" sz="1680" dirty="0"/>
          </a:p>
        </p:txBody>
      </p:sp>
      <p:sp>
        <p:nvSpPr>
          <p:cNvPr id="22" name="Shape 20"/>
          <p:cNvSpPr/>
          <p:nvPr/>
        </p:nvSpPr>
        <p:spPr>
          <a:xfrm>
            <a:off x="6492240" y="2011680"/>
            <a:ext cx="4709160" cy="3611880"/>
          </a:xfrm>
          <a:prstGeom prst="roundRect">
            <a:avLst>
              <a:gd name="adj" fmla="val 1519"/>
            </a:avLst>
          </a:prstGeom>
          <a:solidFill>
            <a:srgbClr val="08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2103120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Important variables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56832" y="2340864"/>
            <a:ext cx="4379976" cy="3172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mainColor = Colors.grey;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mainLabel = "Default";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colorAName;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colorBName;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Color? colorA;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Color? colorB;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aPercent = 50;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bPercent = 50;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isApplying = false;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ScrollController _scrollController =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ScrollController();</a:t>
            </a:r>
            <a:endParaRPr lang="en-US" sz="12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SELECTION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app still has 5 fixed colors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94A3B8"/>
                </a:solidFill>
              </a:rPr>
              <a:t>Students choose Color A and Color B using ChoiceChips.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502920" y="64556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Updated Color Mix Demo · Flutter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0" y="6428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/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45920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47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Available colors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33172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4871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423160" y="233172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24871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Green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0" y="233172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48716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Blue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5840" y="320040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3558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Black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423160" y="320040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33558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White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402336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950208"/>
            <a:ext cx="4654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E5E7EB"/>
                </a:solidFill>
              </a:rPr>
              <a:t>One row of chips selects Color A.</a:t>
            </a:r>
            <a:endParaRPr lang="en-US" sz="1580" dirty="0"/>
          </a:p>
        </p:txBody>
      </p:sp>
      <p:sp>
        <p:nvSpPr>
          <p:cNvPr id="24" name="Shape 22"/>
          <p:cNvSpPr/>
          <p:nvPr/>
        </p:nvSpPr>
        <p:spPr>
          <a:xfrm>
            <a:off x="932688" y="445312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379976"/>
            <a:ext cx="4654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E5E7EB"/>
                </a:solidFill>
              </a:rPr>
              <a:t>Another row selects Color B.</a:t>
            </a:r>
            <a:endParaRPr lang="en-US" sz="1580" dirty="0"/>
          </a:p>
        </p:txBody>
      </p:sp>
      <p:sp>
        <p:nvSpPr>
          <p:cNvPr id="26" name="Shape 24"/>
          <p:cNvSpPr/>
          <p:nvPr/>
        </p:nvSpPr>
        <p:spPr>
          <a:xfrm>
            <a:off x="932688" y="488289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4809744"/>
            <a:ext cx="4654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E5E7EB"/>
                </a:solidFill>
              </a:rPr>
              <a:t>Selecting colors changes only mixer state.</a:t>
            </a:r>
            <a:endParaRPr lang="en-US" sz="1580" dirty="0"/>
          </a:p>
        </p:txBody>
      </p:sp>
      <p:sp>
        <p:nvSpPr>
          <p:cNvPr id="28" name="Shape 26"/>
          <p:cNvSpPr/>
          <p:nvPr/>
        </p:nvSpPr>
        <p:spPr>
          <a:xfrm>
            <a:off x="932688" y="5312664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5239512"/>
            <a:ext cx="4654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E5E7EB"/>
                </a:solidFill>
              </a:rPr>
              <a:t>The main circle stays unchanged until Apply.</a:t>
            </a:r>
            <a:endParaRPr lang="en-US" sz="1580" dirty="0"/>
          </a:p>
        </p:txBody>
      </p:sp>
      <p:sp>
        <p:nvSpPr>
          <p:cNvPr id="30" name="Shape 28"/>
          <p:cNvSpPr/>
          <p:nvPr/>
        </p:nvSpPr>
        <p:spPr>
          <a:xfrm>
            <a:off x="6492240" y="2057400"/>
            <a:ext cx="4663440" cy="3474720"/>
          </a:xfrm>
          <a:prstGeom prst="roundRect">
            <a:avLst>
              <a:gd name="adj" fmla="val 1579"/>
            </a:avLst>
          </a:prstGeom>
          <a:solidFill>
            <a:srgbClr val="08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2148840"/>
            <a:ext cx="4334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ChoiceChip callback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56832" y="2386584"/>
            <a:ext cx="4334256" cy="3035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ChoiceChip(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label: Text(entry.key),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selected: entry.key == colorAName,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avatar: CircleAvatar(backgroundColor: entry.value),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onSelected: (_) =&gt; selectColorA(entry.key),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LINKED SLIDERS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A% and B% are always connected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94A3B8"/>
                </a:solidFill>
              </a:rPr>
              <a:t>The main math rule is: A% + B% = 100%.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502920" y="64556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Updated Color Mix Demo · Flutter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0" y="6428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 /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5440680" cy="4526280"/>
          </a:xfrm>
          <a:prstGeom prst="roundRect">
            <a:avLst>
              <a:gd name="adj" fmla="val 1212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4592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Behavior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212848"/>
            <a:ext cx="4562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If A becomes 25%, B automatically becomes 75%.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932688" y="283464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761488"/>
            <a:ext cx="4562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If B becomes 60%, A automatically becomes 40%.</a:t>
            </a:r>
            <a:endParaRPr lang="en-US" sz="1680" dirty="0"/>
          </a:p>
        </p:txBody>
      </p:sp>
      <p:sp>
        <p:nvSpPr>
          <p:cNvPr id="16" name="Shape 14"/>
          <p:cNvSpPr/>
          <p:nvPr/>
        </p:nvSpPr>
        <p:spPr>
          <a:xfrm>
            <a:off x="932688" y="338328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310128"/>
            <a:ext cx="4562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This keeps the mix simple and mathematically valid.</a:t>
            </a:r>
            <a:endParaRPr lang="en-US" sz="1680" dirty="0"/>
          </a:p>
        </p:txBody>
      </p:sp>
      <p:sp>
        <p:nvSpPr>
          <p:cNvPr id="18" name="Shape 16"/>
          <p:cNvSpPr/>
          <p:nvPr/>
        </p:nvSpPr>
        <p:spPr>
          <a:xfrm>
            <a:off x="932688" y="393192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858768"/>
            <a:ext cx="4562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The student sees immediately that both sliders represent one total mix.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6510528" y="1874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Visual model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12280" y="2468880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1025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267004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slider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149840" y="26700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25%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12280" y="3611880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13202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381304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 slider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149840" y="38130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75%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47548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Together they always make 100%.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LINKED LOGIC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two slider methods update each other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94A3B8"/>
                </a:solidFill>
              </a:rPr>
              <a:t>This is the most important new code compared with the previous version.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502920" y="64556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Updated Color Mix Demo · Flutter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0" y="6428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 /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5303520" cy="4434840"/>
          </a:xfrm>
          <a:prstGeom prst="roundRect">
            <a:avLst>
              <a:gd name="adj" fmla="val 1237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3736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313432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2240280"/>
            <a:ext cx="4425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E5E7EB"/>
                </a:solidFill>
              </a:rPr>
              <a:t>Moving slider A updates aPercent, then sets bPercent to 100 - aPercent.</a:t>
            </a:r>
            <a:endParaRPr lang="en-US" sz="1660" dirty="0"/>
          </a:p>
        </p:txBody>
      </p:sp>
      <p:sp>
        <p:nvSpPr>
          <p:cNvPr id="13" name="Shape 11"/>
          <p:cNvSpPr/>
          <p:nvPr/>
        </p:nvSpPr>
        <p:spPr>
          <a:xfrm>
            <a:off x="987552" y="29718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898648"/>
            <a:ext cx="4425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E5E7EB"/>
                </a:solidFill>
              </a:rPr>
              <a:t>Moving slider B updates bPercent, then sets aPercent to 100 - bPercent.</a:t>
            </a:r>
            <a:endParaRPr lang="en-US" sz="1660" dirty="0"/>
          </a:p>
        </p:txBody>
      </p:sp>
      <p:sp>
        <p:nvSpPr>
          <p:cNvPr id="15" name="Shape 13"/>
          <p:cNvSpPr/>
          <p:nvPr/>
        </p:nvSpPr>
        <p:spPr>
          <a:xfrm>
            <a:off x="987552" y="363016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3557016"/>
            <a:ext cx="4425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E5E7EB"/>
                </a:solidFill>
              </a:rPr>
              <a:t>Both methods are wrapped in setState(), so the preview updates instantly.</a:t>
            </a:r>
            <a:endParaRPr lang="en-US" sz="1660" dirty="0"/>
          </a:p>
        </p:txBody>
      </p:sp>
      <p:sp>
        <p:nvSpPr>
          <p:cNvPr id="17" name="Shape 15"/>
          <p:cNvSpPr/>
          <p:nvPr/>
        </p:nvSpPr>
        <p:spPr>
          <a:xfrm>
            <a:off x="6446520" y="2103120"/>
            <a:ext cx="4754880" cy="3520440"/>
          </a:xfrm>
          <a:prstGeom prst="roundRect">
            <a:avLst>
              <a:gd name="adj" fmla="val 1558"/>
            </a:avLst>
          </a:prstGeom>
          <a:solidFill>
            <a:srgbClr val="0811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2194560"/>
            <a:ext cx="4425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</a:rPr>
              <a:t>Coupled slider methods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11112" y="2432304"/>
            <a:ext cx="4425696" cy="3081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setAPercent(double newA) 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setState(() 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aPercent = newA.clamp(0, 100);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bPercent = 100 - aPercent;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70" dirty="0"/>
          </a:p>
          <a:p>
            <a:pPr indent="0" marL="0">
              <a:buNone/>
            </a:pP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setBPercent(double newB) 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setState(() {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bPercent = newB.clamp(0, 100);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aPercent = 100 - bPercent;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APPLY BUTTON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What happens when Apply is pressed now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94A3B8"/>
                </a:solidFill>
              </a:rPr>
              <a:t>Apply is no longer just a color update; it also shows loading and moves the screen.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502920" y="64556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Updated Color Mix Demo · Flutter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0" y="6428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 /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828800"/>
            <a:ext cx="10287000" cy="4297680"/>
          </a:xfrm>
          <a:prstGeom prst="roundRect">
            <a:avLst>
              <a:gd name="adj" fmla="val 127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74320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99008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Press Apply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340864" y="3127248"/>
            <a:ext cx="256032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97480" y="274320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1025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52344" y="299008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isApplying = true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032504" y="3127248"/>
            <a:ext cx="256032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274320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299008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Loading circle appears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724144" y="3127248"/>
            <a:ext cx="256032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274320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5624" y="299008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Wait 700 ms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15784" y="3127248"/>
            <a:ext cx="256032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0" y="274320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10253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27264" y="299008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Update main circle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107424" y="3127248"/>
            <a:ext cx="256032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64040" y="2743200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18904" y="299008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Scroll to top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55448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So the student sees feedback during Apply, then immediately sees the changed main circle at the top.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NEW WIDGETS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two new widgets added to the app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94A3B8"/>
                </a:solidFill>
              </a:rPr>
              <a:t>These are the additions you specifically requested.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502920" y="64556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Updated Color Mix Demo · Flutter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0" y="6428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 /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45920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470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1) CircularProgressIndicator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212848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Shown inside the Apply button while the app is “applying”.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932688" y="285292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779776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Controlled by the bool variable isApplying.</a:t>
            </a:r>
            <a:endParaRPr lang="en-US" sz="1680" dirty="0"/>
          </a:p>
        </p:txBody>
      </p:sp>
      <p:sp>
        <p:nvSpPr>
          <p:cNvPr id="16" name="Shape 14"/>
          <p:cNvSpPr/>
          <p:nvPr/>
        </p:nvSpPr>
        <p:spPr>
          <a:xfrm>
            <a:off x="932688" y="34198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346704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Helps the student understand that UI can temporarily enter a loading state.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6492240" y="18470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2) ScrollController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10528" y="2286000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2212848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Attached to SingleChildScrollView.</a:t>
            </a:r>
            <a:endParaRPr lang="en-US" sz="1680" dirty="0"/>
          </a:p>
        </p:txBody>
      </p:sp>
      <p:sp>
        <p:nvSpPr>
          <p:cNvPr id="21" name="Shape 19"/>
          <p:cNvSpPr/>
          <p:nvPr/>
        </p:nvSpPr>
        <p:spPr>
          <a:xfrm>
            <a:off x="6510528" y="2852928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2779776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Used to call animateTo(0, ...) after Apply finishes.</a:t>
            </a:r>
            <a:endParaRPr lang="en-US" sz="1680" dirty="0"/>
          </a:p>
        </p:txBody>
      </p:sp>
      <p:sp>
        <p:nvSpPr>
          <p:cNvPr id="23" name="Shape 21"/>
          <p:cNvSpPr/>
          <p:nvPr/>
        </p:nvSpPr>
        <p:spPr>
          <a:xfrm>
            <a:off x="6510528" y="3419856"/>
            <a:ext cx="73152" cy="7315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3346704"/>
            <a:ext cx="4425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Makes the screen automatically move back to the updated main circle.</a:t>
            </a:r>
            <a:endParaRPr lang="en-US" sz="1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01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RECAP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Final understanding of the new explanation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dirty="0">
                <a:solidFill>
                  <a:srgbClr val="94A3B8"/>
                </a:solidFill>
              </a:rPr>
              <a:t>This is the version you should present now.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502920" y="64556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Updated Color Mix Demo · Flutter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0" y="6428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 /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783080"/>
            <a:ext cx="10241280" cy="4526280"/>
          </a:xfrm>
          <a:prstGeom prst="roundRect">
            <a:avLst>
              <a:gd name="adj" fmla="val 121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084832"/>
            <a:ext cx="9692640" cy="384048"/>
          </a:xfrm>
          <a:prstGeom prst="roundRect">
            <a:avLst>
              <a:gd name="adj" fmla="val 14286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185416"/>
            <a:ext cx="9235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Students choose Color A and Color B from 5 fixed colors.</a:t>
            </a:r>
            <a:endParaRPr lang="en-US" sz="1680" dirty="0"/>
          </a:p>
        </p:txBody>
      </p:sp>
      <p:sp>
        <p:nvSpPr>
          <p:cNvPr id="12" name="Shape 10"/>
          <p:cNvSpPr/>
          <p:nvPr/>
        </p:nvSpPr>
        <p:spPr>
          <a:xfrm>
            <a:off x="1143000" y="2660904"/>
            <a:ext cx="9692640" cy="384048"/>
          </a:xfrm>
          <a:prstGeom prst="roundRect">
            <a:avLst>
              <a:gd name="adj" fmla="val 14286"/>
            </a:avLst>
          </a:prstGeom>
          <a:solidFill>
            <a:srgbClr val="0D162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761488"/>
            <a:ext cx="9235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Two linked sliders control the mix and always sum to 100%.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1143000" y="3236976"/>
            <a:ext cx="9692640" cy="384048"/>
          </a:xfrm>
          <a:prstGeom prst="roundRect">
            <a:avLst>
              <a:gd name="adj" fmla="val 14286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337560"/>
            <a:ext cx="9235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The preview changes immediately because it depends on current state.</a:t>
            </a:r>
            <a:endParaRPr lang="en-US" sz="1680" dirty="0"/>
          </a:p>
        </p:txBody>
      </p:sp>
      <p:sp>
        <p:nvSpPr>
          <p:cNvPr id="16" name="Shape 14"/>
          <p:cNvSpPr/>
          <p:nvPr/>
        </p:nvSpPr>
        <p:spPr>
          <a:xfrm>
            <a:off x="1143000" y="3813048"/>
            <a:ext cx="9692640" cy="384048"/>
          </a:xfrm>
          <a:prstGeom prst="roundRect">
            <a:avLst>
              <a:gd name="adj" fmla="val 14286"/>
            </a:avLst>
          </a:prstGeom>
          <a:solidFill>
            <a:srgbClr val="0D162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913632"/>
            <a:ext cx="9235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The main circle does not change until Apply is pressed.</a:t>
            </a:r>
            <a:endParaRPr lang="en-US" sz="1680" dirty="0"/>
          </a:p>
        </p:txBody>
      </p:sp>
      <p:sp>
        <p:nvSpPr>
          <p:cNvPr id="18" name="Shape 16"/>
          <p:cNvSpPr/>
          <p:nvPr/>
        </p:nvSpPr>
        <p:spPr>
          <a:xfrm>
            <a:off x="1143000" y="4389120"/>
            <a:ext cx="9692640" cy="384048"/>
          </a:xfrm>
          <a:prstGeom prst="roundRect">
            <a:avLst>
              <a:gd name="adj" fmla="val 14286"/>
            </a:avLst>
          </a:prstGeom>
          <a:solidFill>
            <a:srgbClr val="101A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4489704"/>
            <a:ext cx="9235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Apply now shows a loading spinner and then scrolls to the top automatically.</a:t>
            </a:r>
            <a:endParaRPr lang="en-US" sz="1680" dirty="0"/>
          </a:p>
        </p:txBody>
      </p:sp>
      <p:sp>
        <p:nvSpPr>
          <p:cNvPr id="20" name="Shape 18"/>
          <p:cNvSpPr/>
          <p:nvPr/>
        </p:nvSpPr>
        <p:spPr>
          <a:xfrm>
            <a:off x="1143000" y="4965192"/>
            <a:ext cx="9692640" cy="384048"/>
          </a:xfrm>
          <a:prstGeom prst="roundRect">
            <a:avLst>
              <a:gd name="adj" fmla="val 14286"/>
            </a:avLst>
          </a:prstGeom>
          <a:solidFill>
            <a:srgbClr val="0D162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5065776"/>
            <a:ext cx="9235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dirty="0">
                <a:solidFill>
                  <a:srgbClr val="E5E7EB"/>
                </a:solidFill>
              </a:rPr>
              <a:t>This version demonstrates state, derived values, async UI feedback, and controller-based scrolling.</a:t>
            </a:r>
            <a:endParaRPr lang="en-US" sz="1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Updated Color Mix State Demo</dc:title>
  <dc:subject>Flutter state interaction with linked sliders, loading spinner, and auto-scroll</dc:subject>
  <dc:creator>OpenAI</dc:creator>
  <cp:lastModifiedBy>OpenAI</cp:lastModifiedBy>
  <cp:revision>1</cp:revision>
  <dcterms:created xsi:type="dcterms:W3CDTF">2026-03-09T21:53:11Z</dcterms:created>
  <dcterms:modified xsi:type="dcterms:W3CDTF">2026-03-09T21:53:11Z</dcterms:modified>
</cp:coreProperties>
</file>