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80" r:id="rId20"/>
    <p:sldId id="281" r:id="rId21"/>
    <p:sldId id="282" r:id="rId22"/>
    <p:sldId id="283" r:id="rId23"/>
    <p:sldId id="285" r:id="rId24"/>
    <p:sldId id="287" r:id="rId25"/>
    <p:sldId id="288" r:id="rId26"/>
    <p:sldId id="291" r:id="rId27"/>
    <p:sldId id="289" r:id="rId28"/>
    <p:sldId id="278" r:id="rId29"/>
    <p:sldId id="292" r:id="rId30"/>
    <p:sldId id="29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68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155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33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3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7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5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99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92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1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43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4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2777" y="59357"/>
            <a:ext cx="3702988" cy="751747"/>
          </a:xfrm>
        </p:spPr>
        <p:txBody>
          <a:bodyPr/>
          <a:lstStyle/>
          <a:p>
            <a:r>
              <a:rPr lang="en-US" dirty="0" err="1"/>
              <a:t>Leksion</a:t>
            </a:r>
            <a:r>
              <a:rPr lang="en-US" dirty="0"/>
              <a:t>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057" y="811104"/>
            <a:ext cx="7757931" cy="2166564"/>
          </a:xfrm>
        </p:spPr>
        <p:txBody>
          <a:bodyPr/>
          <a:lstStyle/>
          <a:p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poshtë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aplikacione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lojra</a:t>
            </a:r>
            <a:r>
              <a:rPr lang="en-US" dirty="0"/>
              <a:t> </a:t>
            </a:r>
            <a:r>
              <a:rPr lang="en-US" dirty="0" err="1"/>
              <a:t>kompjuterike</a:t>
            </a:r>
            <a:r>
              <a:rPr lang="en-US" dirty="0"/>
              <a:t> ,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zhvilluar</a:t>
            </a:r>
            <a:r>
              <a:rPr lang="en-US" dirty="0"/>
              <a:t> me Flutter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A7BD3-A856-4FC2-8477-0BC844F1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456" y="2318606"/>
            <a:ext cx="1561727" cy="1561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789AB-9BEE-4138-8E90-E565B58CE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07" y="2379324"/>
            <a:ext cx="1618319" cy="1196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5B66C-A0FE-4A48-B448-5FB698A3B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35" y="2532727"/>
            <a:ext cx="1682842" cy="1196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E258F4-5577-4706-A435-0B0547A0A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296" y="2334975"/>
            <a:ext cx="1710421" cy="13944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68E2CD-87A3-4109-960B-0D80DAE43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356" y="4257428"/>
            <a:ext cx="1842957" cy="14988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5C2D10-AA81-42B0-A081-8B8BA8908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41" y="4290712"/>
            <a:ext cx="2272960" cy="14988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47D6BD-F55F-4D73-9315-18E17EC2E4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729" y="3953982"/>
            <a:ext cx="1835566" cy="18355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07648"/>
          </a:xfrm>
        </p:spPr>
        <p:txBody>
          <a:bodyPr/>
          <a:lstStyle/>
          <a:p>
            <a:r>
              <a:rPr dirty="0" err="1"/>
              <a:t>Përgjigjja</a:t>
            </a:r>
            <a:r>
              <a:rPr dirty="0"/>
              <a:t> </a:t>
            </a:r>
            <a:r>
              <a:rPr dirty="0" err="1"/>
              <a:t>ndaj</a:t>
            </a:r>
            <a:r>
              <a:rPr dirty="0"/>
              <a:t> </a:t>
            </a:r>
            <a:r>
              <a:rPr dirty="0" err="1"/>
              <a:t>gjesteve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169" y="1159497"/>
            <a:ext cx="8305015" cy="4788816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Menaxhimi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gjesteve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përmirësuar</a:t>
            </a:r>
            <a:r>
              <a:rPr dirty="0"/>
              <a:t> </a:t>
            </a:r>
            <a:r>
              <a:rPr dirty="0" err="1"/>
              <a:t>ndërveprimin</a:t>
            </a:r>
            <a:r>
              <a:rPr dirty="0"/>
              <a:t> e </a:t>
            </a:r>
            <a:r>
              <a:rPr dirty="0" err="1"/>
              <a:t>përdoruesit</a:t>
            </a:r>
            <a:r>
              <a:rPr dirty="0"/>
              <a:t>.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b="1" dirty="0"/>
              <a:t>Tap:</a:t>
            </a:r>
            <a:r>
              <a:rPr lang="en-US" dirty="0"/>
              <a:t> </a:t>
            </a:r>
            <a:r>
              <a:rPr lang="en-US" dirty="0" err="1"/>
              <a:t>Prekja</a:t>
            </a:r>
            <a:r>
              <a:rPr lang="en-US" dirty="0"/>
              <a:t> e </a:t>
            </a:r>
            <a:r>
              <a:rPr lang="en-US" dirty="0" err="1"/>
              <a:t>sipërfaqes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pajisjes</a:t>
            </a:r>
            <a:r>
              <a:rPr lang="en-US" dirty="0"/>
              <a:t> me </a:t>
            </a:r>
            <a:r>
              <a:rPr lang="en-US" dirty="0" err="1"/>
              <a:t>majën</a:t>
            </a:r>
            <a:r>
              <a:rPr lang="en-US" dirty="0"/>
              <a:t> e </a:t>
            </a:r>
            <a:r>
              <a:rPr lang="en-US" dirty="0" err="1"/>
              <a:t>gishtit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kohëzgjatje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vogël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lëshimi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majës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gishtit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Double Tap:</a:t>
            </a:r>
            <a:r>
              <a:rPr lang="en-US" dirty="0"/>
              <a:t> </a:t>
            </a:r>
            <a:r>
              <a:rPr lang="en-US" dirty="0" err="1"/>
              <a:t>Prekni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 </a:t>
            </a:r>
            <a:r>
              <a:rPr lang="en-US" dirty="0" err="1"/>
              <a:t>herë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kohë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shkurtër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Drag:</a:t>
            </a:r>
            <a:r>
              <a:rPr lang="en-US" dirty="0"/>
              <a:t> </a:t>
            </a:r>
            <a:r>
              <a:rPr lang="en-US" dirty="0" err="1"/>
              <a:t>Prekja</a:t>
            </a:r>
            <a:r>
              <a:rPr lang="en-US" dirty="0"/>
              <a:t> e </a:t>
            </a:r>
            <a:r>
              <a:rPr lang="en-US" dirty="0" err="1"/>
              <a:t>sipërfaqes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pajisjes</a:t>
            </a:r>
            <a:r>
              <a:rPr lang="en-US" dirty="0"/>
              <a:t> me </a:t>
            </a:r>
            <a:r>
              <a:rPr lang="en-US" dirty="0" err="1"/>
              <a:t>majën</a:t>
            </a:r>
            <a:r>
              <a:rPr lang="en-US" dirty="0"/>
              <a:t> e </a:t>
            </a:r>
            <a:r>
              <a:rPr lang="en-US" dirty="0" err="1"/>
              <a:t>gishtit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pas </a:t>
            </a:r>
            <a:r>
              <a:rPr lang="en-US" dirty="0" err="1"/>
              <a:t>lëvizja</a:t>
            </a:r>
            <a:r>
              <a:rPr lang="en-US" dirty="0"/>
              <a:t> e </a:t>
            </a:r>
            <a:r>
              <a:rPr lang="en-US" dirty="0" err="1"/>
              <a:t>majës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gishtit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qëndrueshme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lëshimi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majës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gishtit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Flick: </a:t>
            </a:r>
            <a:r>
              <a:rPr lang="en-US" dirty="0" err="1"/>
              <a:t>Ngjashëm</a:t>
            </a:r>
            <a:r>
              <a:rPr lang="en-US" dirty="0"/>
              <a:t> me Drag, por duke e </a:t>
            </a:r>
            <a:r>
              <a:rPr lang="en-US" dirty="0" err="1"/>
              <a:t>bërë</a:t>
            </a:r>
            <a:r>
              <a:rPr lang="en-US" dirty="0"/>
              <a:t> </a:t>
            </a:r>
            <a:r>
              <a:rPr lang="en-US" dirty="0" err="1"/>
              <a:t>atë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shpejtë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Pinch: </a:t>
            </a:r>
            <a:r>
              <a:rPr lang="en-US" dirty="0" err="1"/>
              <a:t>Zvogëlimi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sipërfaqes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pajisjes</a:t>
            </a:r>
            <a:r>
              <a:rPr lang="en-US" dirty="0"/>
              <a:t> duke </a:t>
            </a:r>
            <a:r>
              <a:rPr lang="en-US" dirty="0" err="1"/>
              <a:t>përdorur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 </a:t>
            </a:r>
            <a:r>
              <a:rPr lang="en-US" dirty="0" err="1"/>
              <a:t>gishta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Zoom: </a:t>
            </a:r>
            <a:r>
              <a:rPr lang="en-US" dirty="0"/>
              <a:t>E </a:t>
            </a:r>
            <a:r>
              <a:rPr lang="en-US" dirty="0" err="1"/>
              <a:t>kundërta</a:t>
            </a:r>
            <a:r>
              <a:rPr lang="en-US" dirty="0"/>
              <a:t> e Pinch</a:t>
            </a:r>
          </a:p>
          <a:p>
            <a:pPr fontAlgn="base"/>
            <a:r>
              <a:rPr lang="en-US" b="1" dirty="0"/>
              <a:t>Panning:</a:t>
            </a:r>
            <a:r>
              <a:rPr lang="en-US" dirty="0"/>
              <a:t> </a:t>
            </a:r>
            <a:r>
              <a:rPr lang="en-US" dirty="0" err="1"/>
              <a:t>Prekja</a:t>
            </a:r>
            <a:r>
              <a:rPr lang="en-US" dirty="0"/>
              <a:t> e </a:t>
            </a:r>
            <a:r>
              <a:rPr lang="en-US" dirty="0" err="1"/>
              <a:t>sipërfaqes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pajisjes</a:t>
            </a:r>
            <a:r>
              <a:rPr lang="en-US" dirty="0"/>
              <a:t> me </a:t>
            </a:r>
            <a:r>
              <a:rPr lang="en-US" dirty="0" err="1"/>
              <a:t>majën</a:t>
            </a:r>
            <a:r>
              <a:rPr lang="en-US" dirty="0"/>
              <a:t> e </a:t>
            </a:r>
            <a:r>
              <a:rPr lang="en-US" dirty="0" err="1"/>
              <a:t>gishtit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lëvizja</a:t>
            </a:r>
            <a:r>
              <a:rPr lang="en-US" dirty="0"/>
              <a:t> e </a:t>
            </a:r>
            <a:r>
              <a:rPr lang="en-US" dirty="0" err="1"/>
              <a:t>saj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drejtimin</a:t>
            </a:r>
            <a:r>
              <a:rPr lang="en-US" dirty="0"/>
              <a:t> e </a:t>
            </a:r>
            <a:r>
              <a:rPr lang="en-US" dirty="0" err="1"/>
              <a:t>dëshiruar</a:t>
            </a:r>
            <a:r>
              <a:rPr lang="en-US" dirty="0"/>
              <a:t> pa </a:t>
            </a:r>
            <a:r>
              <a:rPr lang="en-US" dirty="0" err="1"/>
              <a:t>lëshuar</a:t>
            </a:r>
            <a:r>
              <a:rPr lang="en-US" dirty="0"/>
              <a:t> </a:t>
            </a:r>
            <a:r>
              <a:rPr lang="en-US" dirty="0" err="1"/>
              <a:t>majën</a:t>
            </a:r>
            <a:r>
              <a:rPr lang="en-US" dirty="0"/>
              <a:t> e </a:t>
            </a:r>
            <a:r>
              <a:rPr lang="en-US" dirty="0" err="1"/>
              <a:t>gishtit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Familja e Butonave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 err="1"/>
              <a:t>Në</a:t>
            </a:r>
            <a:r>
              <a:rPr dirty="0"/>
              <a:t> Flutter, </a:t>
            </a:r>
            <a:r>
              <a:rPr dirty="0" err="1"/>
              <a:t>butonat</a:t>
            </a:r>
            <a:r>
              <a:rPr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përdour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listen e </a:t>
            </a:r>
            <a:r>
              <a:rPr lang="en-US" dirty="0" err="1"/>
              <a:t>mëposhtme</a:t>
            </a:r>
            <a:endParaRPr lang="en-US" dirty="0"/>
          </a:p>
          <a:p>
            <a:pPr fontAlgn="base"/>
            <a:r>
              <a:rPr lang="en-US" dirty="0"/>
              <a:t>Elevated Button</a:t>
            </a:r>
          </a:p>
          <a:p>
            <a:pPr fontAlgn="base"/>
            <a:r>
              <a:rPr lang="en-US" dirty="0"/>
              <a:t>Floating Action Button</a:t>
            </a:r>
          </a:p>
          <a:p>
            <a:pPr fontAlgn="base"/>
            <a:r>
              <a:rPr lang="en-US" dirty="0"/>
              <a:t>Outlined Button</a:t>
            </a:r>
          </a:p>
          <a:p>
            <a:pPr fontAlgn="base"/>
            <a:r>
              <a:rPr lang="en-US" dirty="0"/>
              <a:t>Icon Button</a:t>
            </a:r>
          </a:p>
          <a:p>
            <a:pPr fontAlgn="base"/>
            <a:r>
              <a:rPr lang="en-US" dirty="0"/>
              <a:t>Text Button</a:t>
            </a:r>
          </a:p>
          <a:p>
            <a:pPr fontAlgn="base"/>
            <a:r>
              <a:rPr lang="en-US" dirty="0"/>
              <a:t>Dropdown Button</a:t>
            </a:r>
          </a:p>
          <a:p>
            <a:pPr fontAlgn="base"/>
            <a:r>
              <a:rPr lang="en-US" dirty="0" err="1"/>
              <a:t>PopUp</a:t>
            </a:r>
            <a:r>
              <a:rPr lang="en-US" dirty="0"/>
              <a:t> Menu Button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ElevatedButton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361" y="1970202"/>
            <a:ext cx="6693031" cy="4029614"/>
          </a:xfrm>
        </p:spPr>
        <p:txBody>
          <a:bodyPr/>
          <a:lstStyle/>
          <a:p>
            <a:r>
              <a:rPr dirty="0" err="1"/>
              <a:t>Kod</a:t>
            </a:r>
            <a:r>
              <a:rPr dirty="0"/>
              <a:t>:</a:t>
            </a:r>
          </a:p>
          <a:p>
            <a:r>
              <a:rPr dirty="0" err="1"/>
              <a:t>ElevatedButton</a:t>
            </a:r>
            <a:r>
              <a:rPr dirty="0"/>
              <a:t>(</a:t>
            </a:r>
          </a:p>
          <a:p>
            <a:r>
              <a:rPr dirty="0"/>
              <a:t>  </a:t>
            </a:r>
            <a:r>
              <a:rPr dirty="0" err="1"/>
              <a:t>onPressed</a:t>
            </a:r>
            <a:r>
              <a:rPr dirty="0"/>
              <a:t>: () =&gt; print('</a:t>
            </a:r>
            <a:r>
              <a:rPr dirty="0" err="1"/>
              <a:t>Klikuar</a:t>
            </a:r>
            <a:r>
              <a:rPr dirty="0"/>
              <a:t>'),</a:t>
            </a:r>
          </a:p>
          <a:p>
            <a:r>
              <a:rPr dirty="0"/>
              <a:t>  child: Text('</a:t>
            </a:r>
            <a:r>
              <a:rPr dirty="0" err="1"/>
              <a:t>Shtyp</a:t>
            </a:r>
            <a:r>
              <a:rPr dirty="0"/>
              <a:t> </a:t>
            </a:r>
            <a:r>
              <a:rPr dirty="0" err="1"/>
              <a:t>Mua</a:t>
            </a:r>
            <a:r>
              <a:rPr dirty="0"/>
              <a:t>'),</a:t>
            </a:r>
          </a:p>
          <a:p>
            <a:r>
              <a:rPr dirty="0"/>
              <a:t>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IconButton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678" y="1885361"/>
            <a:ext cx="6636471" cy="3727956"/>
          </a:xfrm>
        </p:spPr>
        <p:txBody>
          <a:bodyPr/>
          <a:lstStyle/>
          <a:p>
            <a:r>
              <a:rPr dirty="0" err="1"/>
              <a:t>Kod</a:t>
            </a:r>
            <a:r>
              <a:rPr dirty="0"/>
              <a:t>:</a:t>
            </a:r>
          </a:p>
          <a:p>
            <a:r>
              <a:rPr dirty="0" err="1"/>
              <a:t>IconButton</a:t>
            </a:r>
            <a:r>
              <a:rPr dirty="0"/>
              <a:t>(</a:t>
            </a:r>
          </a:p>
          <a:p>
            <a:r>
              <a:rPr dirty="0"/>
              <a:t>  icon: Icon(</a:t>
            </a:r>
            <a:r>
              <a:rPr dirty="0" err="1"/>
              <a:t>Icons.delete</a:t>
            </a:r>
            <a:r>
              <a:rPr dirty="0"/>
              <a:t>),</a:t>
            </a:r>
          </a:p>
          <a:p>
            <a:r>
              <a:rPr dirty="0"/>
              <a:t>  </a:t>
            </a:r>
            <a:r>
              <a:rPr dirty="0" err="1"/>
              <a:t>onPressed</a:t>
            </a:r>
            <a:r>
              <a:rPr dirty="0"/>
              <a:t>: () =&gt; print('</a:t>
            </a:r>
            <a:r>
              <a:rPr dirty="0" err="1"/>
              <a:t>Fshihet</a:t>
            </a:r>
            <a:r>
              <a:rPr dirty="0"/>
              <a:t>'),</a:t>
            </a:r>
          </a:p>
          <a:p>
            <a:r>
              <a:rPr dirty="0"/>
              <a:t>),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G</a:t>
            </a:r>
            <a:r>
              <a:rPr lang="en-US" dirty="0" err="1"/>
              <a:t>j</a:t>
            </a:r>
            <a:r>
              <a:rPr dirty="0" err="1"/>
              <a:t>estet</a:t>
            </a:r>
            <a:r>
              <a:rPr dirty="0"/>
              <a:t> e </a:t>
            </a:r>
            <a:r>
              <a:rPr dirty="0" err="1"/>
              <a:t>Personalizuara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Flutter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GestureDetector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menaxhuar</a:t>
            </a:r>
            <a:r>
              <a:rPr dirty="0"/>
              <a:t> </a:t>
            </a:r>
            <a:r>
              <a:rPr dirty="0" err="1"/>
              <a:t>gjeste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personalizuara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trokitje</a:t>
            </a:r>
            <a:r>
              <a:rPr dirty="0"/>
              <a:t>, </a:t>
            </a:r>
            <a:r>
              <a:rPr dirty="0" err="1"/>
              <a:t>zvarritje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shtypje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gjatë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Ky i </a:t>
            </a:r>
            <a:r>
              <a:rPr lang="en-US" dirty="0" err="1"/>
              <a:t>fundit</a:t>
            </a:r>
            <a:r>
              <a:rPr lang="en-US" dirty="0"/>
              <a:t>,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widget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dobishëm</a:t>
            </a:r>
            <a:r>
              <a:rPr lang="en-US" dirty="0"/>
              <a:t> Flutter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ju</a:t>
            </a:r>
            <a:r>
              <a:rPr lang="en-US" dirty="0"/>
              <a:t> </a:t>
            </a:r>
            <a:r>
              <a:rPr lang="en-US" dirty="0" err="1"/>
              <a:t>lejon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njihni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t'i</a:t>
            </a:r>
            <a:r>
              <a:rPr lang="en-US" dirty="0"/>
              <a:t> </a:t>
            </a:r>
            <a:r>
              <a:rPr lang="en-US" dirty="0" err="1"/>
              <a:t>përgjigjeni</a:t>
            </a:r>
            <a:r>
              <a:rPr lang="en-US" dirty="0"/>
              <a:t> </a:t>
            </a:r>
            <a:r>
              <a:rPr lang="en-US" dirty="0" err="1"/>
              <a:t>gjesteve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me </a:t>
            </a:r>
            <a:r>
              <a:rPr lang="en-US" dirty="0" err="1"/>
              <a:t>prekje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tilla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prekjet</a:t>
            </a:r>
            <a:r>
              <a:rPr lang="en-US" dirty="0"/>
              <a:t>, </a:t>
            </a:r>
            <a:r>
              <a:rPr lang="en-US" dirty="0" err="1"/>
              <a:t>rrëshqitjet</a:t>
            </a:r>
            <a:r>
              <a:rPr lang="en-US" dirty="0"/>
              <a:t>, </a:t>
            </a:r>
            <a:r>
              <a:rPr lang="en-US" dirty="0" err="1"/>
              <a:t>prekjet</a:t>
            </a:r>
            <a:r>
              <a:rPr lang="en-US" dirty="0"/>
              <a:t> e </a:t>
            </a:r>
            <a:r>
              <a:rPr lang="en-US" dirty="0" err="1"/>
              <a:t>dyfishta</a:t>
            </a:r>
            <a:r>
              <a:rPr lang="en-US" dirty="0"/>
              <a:t>, </a:t>
            </a:r>
            <a:r>
              <a:rPr lang="en-US" dirty="0" err="1"/>
              <a:t>zvarritjet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shumë</a:t>
            </a:r>
            <a:r>
              <a:rPr lang="en-US" dirty="0"/>
              <a:t>. </a:t>
            </a:r>
          </a:p>
          <a:p>
            <a:r>
              <a:rPr lang="en-US" dirty="0"/>
              <a:t>Ai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ta </a:t>
            </a:r>
            <a:r>
              <a:rPr lang="en-US" dirty="0" err="1"/>
              <a:t>bërë</a:t>
            </a:r>
            <a:r>
              <a:rPr lang="en-US" dirty="0"/>
              <a:t> </a:t>
            </a:r>
            <a:r>
              <a:rPr lang="en-US" dirty="0" err="1"/>
              <a:t>aplikacionin</a:t>
            </a:r>
            <a:r>
              <a:rPr lang="en-US" dirty="0"/>
              <a:t> </a:t>
            </a:r>
            <a:r>
              <a:rPr lang="en-US" dirty="0" err="1"/>
              <a:t>tuaj</a:t>
            </a:r>
            <a:r>
              <a:rPr lang="en-US" dirty="0"/>
              <a:t> Flutter </a:t>
            </a:r>
            <a:r>
              <a:rPr lang="en-US" dirty="0" err="1"/>
              <a:t>interaktiv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përgjegjshëm</a:t>
            </a:r>
            <a:r>
              <a:rPr lang="en-US" dirty="0"/>
              <a:t> </a:t>
            </a:r>
            <a:r>
              <a:rPr lang="en-US" dirty="0" err="1"/>
              <a:t>ndaj</a:t>
            </a:r>
            <a:r>
              <a:rPr lang="en-US" dirty="0"/>
              <a:t> </a:t>
            </a:r>
            <a:r>
              <a:rPr lang="en-US" dirty="0" err="1"/>
              <a:t>hyrjes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përdoruesit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Shembull</a:t>
            </a:r>
            <a:r>
              <a:rPr dirty="0"/>
              <a:t>: </a:t>
            </a:r>
            <a:r>
              <a:rPr dirty="0" err="1"/>
              <a:t>onTap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Kod</a:t>
            </a:r>
            <a:r>
              <a:rPr dirty="0"/>
              <a:t>:</a:t>
            </a:r>
          </a:p>
          <a:p>
            <a:r>
              <a:rPr dirty="0" err="1"/>
              <a:t>GestureDetector</a:t>
            </a:r>
            <a:r>
              <a:rPr dirty="0"/>
              <a:t>(</a:t>
            </a:r>
          </a:p>
          <a:p>
            <a:r>
              <a:rPr dirty="0"/>
              <a:t>  </a:t>
            </a:r>
            <a:r>
              <a:rPr dirty="0" err="1"/>
              <a:t>onTap</a:t>
            </a:r>
            <a:r>
              <a:rPr dirty="0"/>
              <a:t>: () =&gt; print('U </a:t>
            </a:r>
            <a:r>
              <a:rPr dirty="0" err="1"/>
              <a:t>trokit</a:t>
            </a:r>
            <a:r>
              <a:rPr dirty="0"/>
              <a:t>'),</a:t>
            </a:r>
          </a:p>
          <a:p>
            <a:r>
              <a:rPr dirty="0"/>
              <a:t>  child: Text('</a:t>
            </a:r>
            <a:r>
              <a:rPr dirty="0" err="1"/>
              <a:t>Kliko</a:t>
            </a:r>
            <a:r>
              <a:rPr dirty="0"/>
              <a:t> </a:t>
            </a:r>
            <a:r>
              <a:rPr dirty="0" err="1"/>
              <a:t>këtu</a:t>
            </a:r>
            <a:r>
              <a:rPr dirty="0"/>
              <a:t>'),</a:t>
            </a:r>
          </a:p>
          <a:p>
            <a:r>
              <a:rPr dirty="0"/>
              <a:t>),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onLongPress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GestureDetector(</a:t>
            </a:r>
          </a:p>
          <a:p>
            <a:r>
              <a:t>  onLongPress: () =&gt; print('Shtypur gjatë'),</a:t>
            </a:r>
          </a:p>
          <a:p>
            <a:r>
              <a:t>  child: Text('Shtyp gjatë'),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Swiping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onHorizontalDragUpdate: (e) {</a:t>
            </a:r>
          </a:p>
          <a:p>
            <a:r>
              <a:t>  print('Lëvizje majtas ose djathtas');</a:t>
            </a:r>
          </a:p>
          <a:p>
            <a:r>
              <a:t>},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Pinch Zoom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onScaleUpdate: (e) {</a:t>
            </a:r>
          </a:p>
          <a:p>
            <a:r>
              <a:t>  if (e.scale &gt; 2.0) print('Zmadhohet');</a:t>
            </a:r>
          </a:p>
          <a:p>
            <a:r>
              <a:t>},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Kap. 6: Navigimi dhe Rrugëzimi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Flutter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mënyra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ndryshme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navigimit</a:t>
            </a:r>
            <a:r>
              <a:rPr dirty="0"/>
              <a:t>: Stack, Drawer, Tabs </a:t>
            </a:r>
            <a:r>
              <a:rPr dirty="0" err="1"/>
              <a:t>dhe</a:t>
            </a:r>
            <a:r>
              <a:rPr dirty="0"/>
              <a:t> Dialogs.</a:t>
            </a:r>
            <a:endParaRPr lang="en-US" dirty="0"/>
          </a:p>
          <a:p>
            <a:r>
              <a:rPr lang="en-US" dirty="0" err="1"/>
              <a:t>Koncepti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stack: </a:t>
            </a:r>
            <a:r>
              <a:rPr lang="en-US" dirty="0" err="1"/>
              <a:t>çdo</a:t>
            </a:r>
            <a:r>
              <a:rPr lang="en-US" dirty="0"/>
              <a:t> </a:t>
            </a:r>
            <a:r>
              <a:rPr lang="en-US" dirty="0" err="1"/>
              <a:t>skenë</a:t>
            </a:r>
            <a:r>
              <a:rPr lang="en-US" dirty="0"/>
              <a:t> e re </a:t>
            </a:r>
            <a:r>
              <a:rPr lang="en-US" dirty="0" err="1"/>
              <a:t>vendoset</a:t>
            </a:r>
            <a:r>
              <a:rPr lang="en-US" dirty="0"/>
              <a:t> </a:t>
            </a:r>
            <a:r>
              <a:rPr lang="en-US" dirty="0" err="1"/>
              <a:t>mbi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mëparshmen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kthehemi</a:t>
            </a:r>
            <a:r>
              <a:rPr lang="en-US" dirty="0"/>
              <a:t> pas me pop().</a:t>
            </a:r>
          </a:p>
          <a:p>
            <a:r>
              <a:rPr lang="en-US" dirty="0" err="1"/>
              <a:t>Navigimi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bëhet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pa </a:t>
            </a:r>
            <a:r>
              <a:rPr lang="en-US" dirty="0" err="1"/>
              <a:t>emra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paracaktuar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rrugëve</a:t>
            </a:r>
            <a:r>
              <a:rPr lang="en-US" dirty="0"/>
              <a:t>.</a:t>
            </a:r>
          </a:p>
          <a:p>
            <a:r>
              <a:rPr lang="en-US" dirty="0"/>
              <a:t>Ka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navigim</a:t>
            </a:r>
            <a:r>
              <a:rPr lang="en-US" dirty="0"/>
              <a:t> me push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push dhe 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Navigator.pushNamed(context, '/checkout');</a:t>
            </a:r>
          </a:p>
          <a:p>
            <a:r>
              <a:t>Navigator.pop(context);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Anonymous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4"/>
            <a:ext cx="6571343" cy="1915244"/>
          </a:xfrm>
        </p:spPr>
        <p:txBody>
          <a:bodyPr/>
          <a:lstStyle/>
          <a:p>
            <a:r>
              <a:rPr dirty="0" err="1"/>
              <a:t>Navigimi</a:t>
            </a:r>
            <a:r>
              <a:rPr dirty="0"/>
              <a:t> </a:t>
            </a:r>
            <a:r>
              <a:rPr dirty="0" err="1"/>
              <a:t>mund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bëhet</a:t>
            </a:r>
            <a:r>
              <a:rPr dirty="0"/>
              <a:t> </a:t>
            </a:r>
            <a:r>
              <a:rPr dirty="0" err="1"/>
              <a:t>edhe</a:t>
            </a:r>
            <a:r>
              <a:rPr dirty="0"/>
              <a:t> pa </a:t>
            </a:r>
            <a:r>
              <a:rPr dirty="0" err="1"/>
              <a:t>emra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paracaktuar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rrugëve</a:t>
            </a:r>
            <a:r>
              <a:rPr dirty="0"/>
              <a:t>.</a:t>
            </a:r>
            <a:endParaRPr lang="en-US" dirty="0"/>
          </a:p>
          <a:p>
            <a:r>
              <a:rPr lang="en-US" dirty="0" err="1"/>
              <a:t>Gjithëashtu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përdorimin</a:t>
            </a:r>
            <a:r>
              <a:rPr lang="en-US" dirty="0"/>
              <a:t> e </a:t>
            </a:r>
            <a:r>
              <a:rPr lang="en-US" dirty="0" err="1"/>
              <a:t>një</a:t>
            </a:r>
            <a:r>
              <a:rPr lang="en-US" dirty="0"/>
              <a:t> drawer, </a:t>
            </a:r>
            <a:r>
              <a:rPr lang="en-US" dirty="0" err="1"/>
              <a:t>qoftë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navigimin</a:t>
            </a:r>
            <a:r>
              <a:rPr lang="en-US" dirty="0"/>
              <a:t>, </a:t>
            </a:r>
            <a:r>
              <a:rPr lang="en-US" dirty="0" err="1"/>
              <a:t>qoftë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vizatime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tjera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Drawer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Kod:</a:t>
            </a:r>
          </a:p>
          <a:p>
            <a:r>
              <a:t>drawer: Drawer(</a:t>
            </a:r>
          </a:p>
          <a:p>
            <a:r>
              <a:t>  child: ListView(</a:t>
            </a:r>
          </a:p>
          <a:p>
            <a:r>
              <a:t>    children: [</a:t>
            </a:r>
          </a:p>
          <a:p>
            <a:r>
              <a:t>      ListTile(title: Text('Opsioni 1')),</a:t>
            </a:r>
          </a:p>
          <a:p>
            <a:r>
              <a:t>    ],</a:t>
            </a:r>
          </a:p>
          <a:p>
            <a:r>
              <a:t>  ),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Përdor</a:t>
            </a:r>
            <a:r>
              <a:rPr dirty="0"/>
              <a:t> </a:t>
            </a:r>
            <a:r>
              <a:rPr dirty="0" err="1"/>
              <a:t>TabBar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TabBarView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krijuar</a:t>
            </a:r>
            <a:r>
              <a:rPr dirty="0"/>
              <a:t> </a:t>
            </a:r>
            <a:r>
              <a:rPr dirty="0" err="1"/>
              <a:t>navigim</a:t>
            </a:r>
            <a:r>
              <a:rPr dirty="0"/>
              <a:t> me </a:t>
            </a:r>
            <a:r>
              <a:rPr dirty="0" err="1"/>
              <a:t>skeda</a:t>
            </a:r>
            <a:r>
              <a:rPr dirty="0"/>
              <a:t>.</a:t>
            </a:r>
            <a:endParaRPr lang="en-US" dirty="0"/>
          </a:p>
          <a:p>
            <a:r>
              <a:rPr lang="en-US" dirty="0" err="1"/>
              <a:t>Skedat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pjesa</a:t>
            </a:r>
            <a:r>
              <a:rPr lang="en-US" dirty="0"/>
              <a:t> e </a:t>
            </a:r>
            <a:r>
              <a:rPr lang="en-US" dirty="0" err="1"/>
              <a:t>ndërfaqes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lundron</a:t>
            </a:r>
            <a:r>
              <a:rPr lang="en-US" dirty="0"/>
              <a:t> </a:t>
            </a:r>
            <a:r>
              <a:rPr lang="en-US" dirty="0" err="1"/>
              <a:t>përdoruesin</a:t>
            </a:r>
            <a:r>
              <a:rPr lang="en-US" dirty="0"/>
              <a:t> </a:t>
            </a:r>
            <a:r>
              <a:rPr lang="en-US" dirty="0" err="1"/>
              <a:t>nëpër</a:t>
            </a:r>
            <a:r>
              <a:rPr lang="en-US" dirty="0"/>
              <a:t> routes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(</a:t>
            </a:r>
            <a:r>
              <a:rPr lang="en-US" dirty="0" err="1"/>
              <a:t>dmth</a:t>
            </a:r>
            <a:r>
              <a:rPr lang="en-US" dirty="0"/>
              <a:t>. </a:t>
            </a:r>
            <a:r>
              <a:rPr lang="en-US" dirty="0" err="1"/>
              <a:t>faqe</a:t>
            </a:r>
            <a:r>
              <a:rPr lang="en-US" dirty="0"/>
              <a:t>) </a:t>
            </a:r>
            <a:r>
              <a:rPr lang="en-US" dirty="0" err="1"/>
              <a:t>kur</a:t>
            </a:r>
            <a:r>
              <a:rPr lang="en-US" dirty="0"/>
              <a:t> </a:t>
            </a:r>
            <a:r>
              <a:rPr lang="en-US" dirty="0" err="1"/>
              <a:t>klikohet</a:t>
            </a:r>
            <a:r>
              <a:rPr lang="en-US" dirty="0"/>
              <a:t>. </a:t>
            </a:r>
            <a:r>
              <a:rPr lang="en-US" dirty="0" err="1"/>
              <a:t>Përdorimi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skedave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aplikacione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praktikë</a:t>
            </a:r>
            <a:r>
              <a:rPr lang="en-US" dirty="0"/>
              <a:t> </a:t>
            </a:r>
            <a:r>
              <a:rPr lang="en-US" dirty="0" err="1"/>
              <a:t>standarde</a:t>
            </a:r>
            <a:r>
              <a:rPr lang="en-US" dirty="0"/>
              <a:t>.</a:t>
            </a:r>
          </a:p>
          <a:p>
            <a:r>
              <a:rPr lang="en-US" dirty="0"/>
              <a:t>Flutter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thjeshtë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krijuar</a:t>
            </a:r>
            <a:r>
              <a:rPr lang="en-US" dirty="0"/>
              <a:t> </a:t>
            </a:r>
            <a:r>
              <a:rPr lang="en-US" dirty="0" err="1"/>
              <a:t>paraqitjet</a:t>
            </a:r>
            <a:r>
              <a:rPr lang="en-US" dirty="0"/>
              <a:t> e </a:t>
            </a:r>
            <a:r>
              <a:rPr lang="en-US" dirty="0" err="1"/>
              <a:t>skedave</a:t>
            </a:r>
            <a:r>
              <a:rPr lang="en-US" dirty="0"/>
              <a:t> duke </a:t>
            </a:r>
            <a:r>
              <a:rPr lang="en-US" dirty="0" err="1"/>
              <a:t>përdorur</a:t>
            </a:r>
            <a:r>
              <a:rPr lang="en-US" dirty="0"/>
              <a:t> </a:t>
            </a:r>
            <a:r>
              <a:rPr lang="en-US" dirty="0" err="1"/>
              <a:t>bibliotekën</a:t>
            </a:r>
            <a:r>
              <a:rPr lang="en-US" dirty="0"/>
              <a:t> e </a:t>
            </a:r>
            <a:r>
              <a:rPr lang="en-US" dirty="0" err="1"/>
              <a:t>materialeve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TabBar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Kod:</a:t>
            </a:r>
          </a:p>
          <a:p>
            <a:r>
              <a:t>bottomNavigationBar: TabBar(</a:t>
            </a:r>
          </a:p>
          <a:p>
            <a:r>
              <a:t>  tabs: [</a:t>
            </a:r>
          </a:p>
          <a:p>
            <a:r>
              <a:t>    Tab(text: 'Home'),</a:t>
            </a:r>
          </a:p>
          <a:p>
            <a:r>
              <a:t>    Tab(text: 'Profile'),</a:t>
            </a:r>
          </a:p>
          <a:p>
            <a:r>
              <a:t>  ],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Dialog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004" y="2099820"/>
            <a:ext cx="7885522" cy="3754225"/>
          </a:xfrm>
        </p:spPr>
        <p:txBody>
          <a:bodyPr>
            <a:normAutofit/>
          </a:bodyPr>
          <a:lstStyle/>
          <a:p>
            <a:r>
              <a:rPr dirty="0"/>
              <a:t>Dialogs </a:t>
            </a:r>
            <a:r>
              <a:rPr dirty="0" err="1"/>
              <a:t>përdoren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shfaqur</a:t>
            </a:r>
            <a:r>
              <a:rPr dirty="0"/>
              <a:t> </a:t>
            </a:r>
            <a:r>
              <a:rPr dirty="0" err="1"/>
              <a:t>mesazhe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shpejta</a:t>
            </a:r>
            <a:r>
              <a:rPr dirty="0"/>
              <a:t> </a:t>
            </a:r>
            <a:r>
              <a:rPr dirty="0" err="1"/>
              <a:t>ose</a:t>
            </a:r>
            <a:r>
              <a:rPr dirty="0"/>
              <a:t> </a:t>
            </a:r>
            <a:r>
              <a:rPr dirty="0" err="1"/>
              <a:t>për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marrë</a:t>
            </a:r>
            <a:r>
              <a:rPr dirty="0"/>
              <a:t> </a:t>
            </a:r>
            <a:r>
              <a:rPr dirty="0" err="1"/>
              <a:t>konfirmime</a:t>
            </a:r>
            <a:r>
              <a:rPr dirty="0"/>
              <a:t> </a:t>
            </a:r>
            <a:r>
              <a:rPr dirty="0" err="1"/>
              <a:t>nga</a:t>
            </a:r>
            <a:r>
              <a:rPr dirty="0"/>
              <a:t> </a:t>
            </a:r>
            <a:r>
              <a:rPr dirty="0" err="1"/>
              <a:t>përdoruesi</a:t>
            </a:r>
            <a:r>
              <a:rPr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Kutia</a:t>
            </a:r>
            <a:r>
              <a:rPr lang="en-US" dirty="0"/>
              <a:t> e </a:t>
            </a:r>
            <a:r>
              <a:rPr lang="en-US" dirty="0" err="1"/>
              <a:t>dialogut</a:t>
            </a:r>
            <a:r>
              <a:rPr lang="en-US" dirty="0"/>
              <a:t> Alert </a:t>
            </a:r>
            <a:r>
              <a:rPr lang="en-US" dirty="0" err="1"/>
              <a:t>informon</a:t>
            </a:r>
            <a:r>
              <a:rPr lang="en-US" dirty="0"/>
              <a:t> </a:t>
            </a:r>
            <a:r>
              <a:rPr lang="en-US" dirty="0" err="1"/>
              <a:t>përdoruesin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situatën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kërkon</a:t>
            </a:r>
            <a:r>
              <a:rPr lang="en-US" dirty="0"/>
              <a:t> </a:t>
            </a:r>
            <a:r>
              <a:rPr lang="en-US" dirty="0" err="1"/>
              <a:t>njohje</a:t>
            </a:r>
            <a:r>
              <a:rPr lang="en-US" dirty="0"/>
              <a:t>. Alert Box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kërkesë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merr</a:t>
            </a:r>
            <a:r>
              <a:rPr lang="en-US" dirty="0"/>
              <a:t> </a:t>
            </a:r>
            <a:r>
              <a:rPr lang="en-US" dirty="0" err="1"/>
              <a:t>konfirmimin</a:t>
            </a:r>
            <a:r>
              <a:rPr lang="en-US" dirty="0"/>
              <a:t> e </a:t>
            </a:r>
            <a:r>
              <a:rPr lang="en-US" dirty="0" err="1"/>
              <a:t>përdoruesit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very basic use of the alert box is used when we close the app, usually, we are notified with a prompt whether we want to exit or not.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AlertDialog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Kod:</a:t>
            </a:r>
          </a:p>
          <a:p>
            <a:r>
              <a:t>showDialog(</a:t>
            </a:r>
          </a:p>
          <a:p>
            <a:r>
              <a:t>  context: context,</a:t>
            </a:r>
          </a:p>
          <a:p>
            <a:r>
              <a:t>  builder: (context) =&gt; AlertDialog(</a:t>
            </a:r>
          </a:p>
          <a:p>
            <a:r>
              <a:t>    content: Text('Jeni të sigurt?'),</a:t>
            </a:r>
          </a:p>
          <a:p>
            <a:r>
              <a:t>    actions: [TextButton(onPressed: () =&gt; Navigator.pop(context), child: Text('Po'))],</a:t>
            </a:r>
          </a:p>
          <a:p>
            <a:r>
              <a:t>  ),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Drag and Drop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Draggable(</a:t>
            </a:r>
          </a:p>
          <a:p>
            <a:r>
              <a:t>  child: Container(width: 100, height: 100, color: Colors.blue),</a:t>
            </a:r>
          </a:p>
          <a:p>
            <a:r>
              <a:t>  feedback: Container(width: 100, height: 100, color: Colors.green),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Dismissing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Widgets Dismissible </a:t>
            </a:r>
            <a:r>
              <a:rPr lang="en-US" dirty="0" err="1"/>
              <a:t>në</a:t>
            </a:r>
            <a:r>
              <a:rPr lang="en-US" dirty="0"/>
              <a:t> Flutter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krijuar</a:t>
            </a:r>
            <a:r>
              <a:rPr lang="en-US" dirty="0"/>
              <a:t> </a:t>
            </a:r>
            <a:r>
              <a:rPr lang="en-US" dirty="0" err="1"/>
              <a:t>artikuj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hiqen</a:t>
            </a:r>
            <a:r>
              <a:rPr lang="en-US" dirty="0"/>
              <a:t> duke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rrëshqitur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ekrani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rrjete</a:t>
            </a:r>
            <a:r>
              <a:rPr lang="en-US" dirty="0"/>
              <a:t> </a:t>
            </a:r>
            <a:r>
              <a:rPr lang="en-US" dirty="0" err="1"/>
              <a:t>sociale</a:t>
            </a:r>
            <a:r>
              <a:rPr lang="en-US" dirty="0"/>
              <a:t> ,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dëshironi</a:t>
            </a:r>
            <a:r>
              <a:rPr lang="en-US" dirty="0"/>
              <a:t> </a:t>
            </a:r>
            <a:r>
              <a:rPr lang="en-US" dirty="0" err="1"/>
              <a:t>t'u</a:t>
            </a:r>
            <a:r>
              <a:rPr lang="en-US" dirty="0"/>
              <a:t> </a:t>
            </a:r>
            <a:r>
              <a:rPr lang="en-US" dirty="0" err="1"/>
              <a:t>ofroni</a:t>
            </a:r>
            <a:r>
              <a:rPr lang="en-US" dirty="0"/>
              <a:t> </a:t>
            </a:r>
            <a:r>
              <a:rPr lang="en-US" dirty="0" err="1"/>
              <a:t>përdoruesve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hequr</a:t>
            </a:r>
            <a:r>
              <a:rPr lang="en-US" dirty="0"/>
              <a:t> </a:t>
            </a:r>
            <a:r>
              <a:rPr lang="en-US" dirty="0" err="1"/>
              <a:t>artikujt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gjest</a:t>
            </a:r>
            <a:r>
              <a:rPr lang="en-US" dirty="0"/>
              <a:t> </a:t>
            </a:r>
            <a:r>
              <a:rPr lang="en-US" dirty="0" err="1"/>
              <a:t>rrëshqitjeje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Dismissible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Dismissible(</a:t>
            </a:r>
          </a:p>
          <a:p>
            <a:r>
              <a:t>  key: Key('element1'),</a:t>
            </a:r>
          </a:p>
          <a:p>
            <a:r>
              <a:t>  onDismissed: (direction) =&gt; print('Fshihet'),</a:t>
            </a:r>
          </a:p>
          <a:p>
            <a:r>
              <a:t>  child: ListTile(title: Text('Elementi 1')),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G</a:t>
            </a:r>
            <a:r>
              <a:rPr lang="en-US" dirty="0" err="1"/>
              <a:t>j</a:t>
            </a:r>
            <a:r>
              <a:rPr dirty="0" err="1"/>
              <a:t>estet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</a:t>
            </a:r>
            <a:r>
              <a:rPr dirty="0" err="1"/>
              <a:t>ListView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853" y="2337848"/>
            <a:ext cx="7701698" cy="3139126"/>
          </a:xfrm>
        </p:spPr>
        <p:txBody>
          <a:bodyPr/>
          <a:lstStyle/>
          <a:p>
            <a:r>
              <a:rPr dirty="0" err="1"/>
              <a:t>ListView</a:t>
            </a:r>
            <a:r>
              <a:rPr dirty="0"/>
              <a:t> </a:t>
            </a:r>
            <a:r>
              <a:rPr dirty="0" err="1"/>
              <a:t>mbështet</a:t>
            </a:r>
            <a:r>
              <a:rPr dirty="0"/>
              <a:t> scrolling </a:t>
            </a:r>
            <a:r>
              <a:rPr dirty="0" err="1"/>
              <a:t>dhe</a:t>
            </a:r>
            <a:r>
              <a:rPr dirty="0"/>
              <a:t> </a:t>
            </a:r>
            <a:r>
              <a:rPr lang="en-US" dirty="0" err="1"/>
              <a:t>drejtimi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kësaj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, </a:t>
            </a:r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poshtë-lartë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lartë-poshtë</a:t>
            </a:r>
            <a:endParaRPr lang="en-US" dirty="0"/>
          </a:p>
          <a:p>
            <a:r>
              <a:rPr lang="en-US" dirty="0" err="1"/>
              <a:t>Në</a:t>
            </a:r>
            <a:r>
              <a:rPr lang="en-US" dirty="0"/>
              <a:t> Flutter, ne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përdorim</a:t>
            </a:r>
            <a:r>
              <a:rPr lang="en-US" dirty="0"/>
              <a:t> </a:t>
            </a:r>
            <a:r>
              <a:rPr lang="en-US" dirty="0" err="1"/>
              <a:t>miniaplikacionin</a:t>
            </a:r>
            <a:r>
              <a:rPr lang="en-US" dirty="0"/>
              <a:t> </a:t>
            </a:r>
            <a:r>
              <a:rPr lang="en-US" dirty="0" err="1"/>
              <a:t>GestureDetector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zbuluar</a:t>
            </a:r>
            <a:r>
              <a:rPr lang="en-US" dirty="0"/>
              <a:t> </a:t>
            </a:r>
            <a:r>
              <a:rPr lang="en-US" dirty="0" err="1"/>
              <a:t>gjestet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thirrur</a:t>
            </a:r>
            <a:r>
              <a:rPr lang="en-US" dirty="0"/>
              <a:t> </a:t>
            </a:r>
            <a:r>
              <a:rPr lang="en-US" dirty="0" err="1"/>
              <a:t>kthimet</a:t>
            </a:r>
            <a:r>
              <a:rPr lang="en-US" dirty="0"/>
              <a:t> e </a:t>
            </a:r>
            <a:r>
              <a:rPr lang="en-US" dirty="0" err="1"/>
              <a:t>specifikuara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gjeste</a:t>
            </a:r>
            <a:r>
              <a:rPr lang="en-US" dirty="0"/>
              <a:t>.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kombinohet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me </a:t>
            </a:r>
            <a:r>
              <a:rPr lang="en-US" dirty="0" err="1"/>
              <a:t>ListView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Navigator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Navigator 2.0 </a:t>
            </a:r>
            <a:r>
              <a:rPr dirty="0" err="1"/>
              <a:t>ofron</a:t>
            </a:r>
            <a:r>
              <a:rPr dirty="0"/>
              <a:t> </a:t>
            </a:r>
            <a:r>
              <a:rPr dirty="0" err="1"/>
              <a:t>kontroll</a:t>
            </a:r>
            <a:r>
              <a:rPr dirty="0"/>
              <a:t> </a:t>
            </a:r>
            <a:r>
              <a:rPr dirty="0" err="1"/>
              <a:t>më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mirë</a:t>
            </a:r>
            <a:r>
              <a:rPr dirty="0"/>
              <a:t> </a:t>
            </a:r>
            <a:r>
              <a:rPr dirty="0" err="1"/>
              <a:t>mbi</a:t>
            </a:r>
            <a:r>
              <a:rPr dirty="0"/>
              <a:t> </a:t>
            </a:r>
            <a:r>
              <a:rPr dirty="0" err="1"/>
              <a:t>rrugëzimin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menaxhimin</a:t>
            </a:r>
            <a:r>
              <a:rPr dirty="0"/>
              <a:t> e </a:t>
            </a:r>
            <a:r>
              <a:rPr dirty="0" err="1"/>
              <a:t>skenave</a:t>
            </a:r>
            <a:r>
              <a:rPr dirty="0"/>
              <a:t> </a:t>
            </a:r>
            <a:r>
              <a:rPr dirty="0" err="1"/>
              <a:t>komplekse</a:t>
            </a:r>
            <a:r>
              <a:rPr dirty="0"/>
              <a:t>.</a:t>
            </a:r>
            <a:endParaRPr lang="en-US" dirty="0"/>
          </a:p>
          <a:p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kalohen</a:t>
            </a:r>
            <a:r>
              <a:rPr lang="en-US" dirty="0"/>
              <a:t> </a:t>
            </a:r>
            <a:r>
              <a:rPr lang="en-US" dirty="0" err="1"/>
              <a:t>argumente</a:t>
            </a:r>
            <a:r>
              <a:rPr lang="en-US" dirty="0"/>
              <a:t> midis </a:t>
            </a:r>
            <a:r>
              <a:rPr lang="en-US" dirty="0" err="1"/>
              <a:t>faqeve</a:t>
            </a:r>
            <a:r>
              <a:rPr lang="en-US" dirty="0"/>
              <a:t> duke </a:t>
            </a:r>
            <a:r>
              <a:rPr lang="en-US" dirty="0" err="1"/>
              <a:t>përdorur</a:t>
            </a:r>
            <a:r>
              <a:rPr lang="en-US" dirty="0"/>
              <a:t> Navigator </a:t>
            </a:r>
            <a:r>
              <a:rPr lang="en-US" dirty="0" err="1"/>
              <a:t>pushNamed</a:t>
            </a:r>
            <a:r>
              <a:rPr lang="en-US" dirty="0"/>
              <a:t> me </a:t>
            </a:r>
            <a:r>
              <a:rPr lang="en-US" dirty="0" err="1"/>
              <a:t>parametra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Kalimi i Argumenteve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Kod:</a:t>
            </a:r>
          </a:p>
          <a:p>
            <a:r>
              <a:t>Navigator.pushNamed(</a:t>
            </a:r>
          </a:p>
          <a:p>
            <a:r>
              <a:t>  context,</a:t>
            </a:r>
          </a:p>
          <a:p>
            <a:r>
              <a:t>  '/details',</a:t>
            </a:r>
          </a:p>
          <a:p>
            <a:r>
              <a:t>  arguments: {'id': 10},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Navigimi me BottomNavigationBar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Shiriti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poshtëm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navigimit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widget ,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pranishëm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aplikacioni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zgjedhjen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navigimin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faqe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aplikacionit</a:t>
            </a:r>
            <a:r>
              <a:rPr lang="en-US" dirty="0"/>
              <a:t>. </a:t>
            </a:r>
          </a:p>
          <a:p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lidhje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Skelë</a:t>
            </a:r>
            <a:r>
              <a:rPr lang="en-US" dirty="0"/>
              <a:t>,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ofrohet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argumenti</a:t>
            </a:r>
            <a:r>
              <a:rPr lang="en-US" dirty="0"/>
              <a:t> </a:t>
            </a:r>
            <a:r>
              <a:rPr lang="en-US" dirty="0" err="1"/>
              <a:t>Scaffold.bottomNavigationBar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75" y="375642"/>
            <a:ext cx="6571343" cy="1049235"/>
          </a:xfrm>
        </p:spPr>
        <p:txBody>
          <a:bodyPr>
            <a:normAutofit/>
          </a:bodyPr>
          <a:lstStyle/>
          <a:p>
            <a:r>
              <a:rPr lang="en-US" dirty="0" err="1"/>
              <a:t>Shiriti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animuar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lundrimit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fund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79628"/>
            <a:ext cx="8168327" cy="3978111"/>
          </a:xfrm>
        </p:spPr>
        <p:txBody>
          <a:bodyPr>
            <a:normAutofit/>
          </a:bodyPr>
          <a:lstStyle/>
          <a:p>
            <a:r>
              <a:rPr lang="en-US" dirty="0" err="1"/>
              <a:t>Widgeti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shiritit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animuar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poshtëm</a:t>
            </a:r>
            <a:r>
              <a:rPr lang="en-US" dirty="0"/>
              <a:t> </a:t>
            </a:r>
            <a:r>
              <a:rPr lang="en-US" dirty="0" err="1"/>
              <a:t>ofron</a:t>
            </a:r>
            <a:r>
              <a:rPr lang="en-US" dirty="0"/>
              <a:t> </a:t>
            </a:r>
            <a:r>
              <a:rPr lang="en-US" dirty="0" err="1"/>
              <a:t>lidhje</a:t>
            </a:r>
            <a:r>
              <a:rPr lang="en-US" dirty="0"/>
              <a:t> </a:t>
            </a:r>
            <a:r>
              <a:rPr lang="en-US" dirty="0" err="1"/>
              <a:t>shtesë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lundruar</a:t>
            </a:r>
            <a:r>
              <a:rPr lang="en-US" dirty="0"/>
              <a:t> midis </a:t>
            </a:r>
            <a:r>
              <a:rPr lang="en-US" dirty="0" err="1"/>
              <a:t>pamjeve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. Kur </a:t>
            </a:r>
            <a:r>
              <a:rPr lang="en-US" dirty="0" err="1"/>
              <a:t>preket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artikull</a:t>
            </a:r>
            <a:r>
              <a:rPr lang="en-US" dirty="0"/>
              <a:t>, </a:t>
            </a:r>
            <a:r>
              <a:rPr lang="en-US" dirty="0" err="1"/>
              <a:t>thirrja</a:t>
            </a:r>
            <a:r>
              <a:rPr lang="en-US" dirty="0"/>
              <a:t> e </a:t>
            </a:r>
            <a:r>
              <a:rPr lang="en-US" dirty="0" err="1"/>
              <a:t>kthimit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OnItemSelected</a:t>
            </a:r>
            <a:r>
              <a:rPr lang="en-US" dirty="0"/>
              <a:t> </a:t>
            </a:r>
            <a:r>
              <a:rPr lang="en-US" dirty="0" err="1"/>
              <a:t>thirret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artikullit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prekur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Zakonisht</a:t>
            </a:r>
            <a:r>
              <a:rPr lang="en-US" dirty="0"/>
              <a:t>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lidhje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Skelë</a:t>
            </a:r>
            <a:r>
              <a:rPr lang="en-US" dirty="0"/>
              <a:t>,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ofrohet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argumenti</a:t>
            </a:r>
            <a:r>
              <a:rPr lang="en-US" dirty="0"/>
              <a:t> </a:t>
            </a:r>
            <a:r>
              <a:rPr lang="en-US" dirty="0" err="1"/>
              <a:t>Scaffold.bottomNavigationBar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varësi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numrit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artikujve</a:t>
            </a:r>
            <a:r>
              <a:rPr lang="en-US" dirty="0"/>
              <a:t>,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ketë</a:t>
            </a:r>
            <a:r>
              <a:rPr lang="en-US" dirty="0"/>
              <a:t> </a:t>
            </a:r>
            <a:r>
              <a:rPr lang="en-US" dirty="0" err="1"/>
              <a:t>mënyra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t'i</a:t>
            </a:r>
            <a:r>
              <a:rPr lang="en-US" dirty="0"/>
              <a:t> </a:t>
            </a:r>
            <a:r>
              <a:rPr lang="en-US" dirty="0" err="1"/>
              <a:t>shfaqur</a:t>
            </a:r>
            <a:r>
              <a:rPr lang="en-US" dirty="0"/>
              <a:t> </a:t>
            </a:r>
            <a:r>
              <a:rPr lang="en-US" dirty="0" err="1"/>
              <a:t>këta</a:t>
            </a:r>
            <a:r>
              <a:rPr lang="en-US" dirty="0"/>
              <a:t> </a:t>
            </a:r>
            <a:r>
              <a:rPr lang="en-US" dirty="0" err="1"/>
              <a:t>artikuj</a:t>
            </a:r>
            <a:r>
              <a:rPr lang="en-US" dirty="0"/>
              <a:t>. </a:t>
            </a:r>
            <a:r>
              <a:rPr lang="en-US" dirty="0" err="1"/>
              <a:t>Paraqitja</a:t>
            </a:r>
            <a:r>
              <a:rPr lang="en-US" dirty="0"/>
              <a:t> e </a:t>
            </a:r>
            <a:r>
              <a:rPr lang="en-US" dirty="0" err="1"/>
              <a:t>artikujve</a:t>
            </a:r>
            <a:r>
              <a:rPr lang="en-US" dirty="0"/>
              <a:t> </a:t>
            </a:r>
            <a:r>
              <a:rPr lang="en-US" dirty="0" err="1"/>
              <a:t>përcaktohet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vlerat</a:t>
            </a:r>
            <a:r>
              <a:rPr lang="en-US" dirty="0"/>
              <a:t> e </a:t>
            </a:r>
            <a:r>
              <a:rPr lang="en-US" dirty="0" err="1"/>
              <a:t>numrit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listës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llojit</a:t>
            </a:r>
            <a:r>
              <a:rPr lang="en-US" dirty="0"/>
              <a:t> </a:t>
            </a:r>
            <a:r>
              <a:rPr lang="en-US" dirty="0" err="1"/>
              <a:t>BottomNavigationBar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0937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Shembull: BottomNavigationBar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Kod:</a:t>
            </a:r>
          </a:p>
          <a:p>
            <a:r>
              <a:t>BottomNavigationBar(</a:t>
            </a:r>
          </a:p>
          <a:p>
            <a:r>
              <a:t>  items: [</a:t>
            </a:r>
          </a:p>
          <a:p>
            <a:r>
              <a:t>    BottomNavigationBarItem(icon: Icon(Icons.home), label: 'Kreu'),</a:t>
            </a:r>
          </a:p>
          <a:p>
            <a:r>
              <a:t>    BottomNavigationBarItem(icon: Icon(Icons.settings), label: 'Cilësimet')</a:t>
            </a:r>
          </a:p>
          <a:p>
            <a:r>
              <a:t>  ],</a:t>
            </a:r>
          </a:p>
          <a:p>
            <a:r>
              <a:t>),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Për</a:t>
            </a:r>
            <a:r>
              <a:rPr lang="en-US" dirty="0" err="1"/>
              <a:t>mbledhja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Tani</a:t>
            </a:r>
            <a:r>
              <a:rPr dirty="0"/>
              <a:t> e </a:t>
            </a:r>
            <a:r>
              <a:rPr dirty="0" err="1"/>
              <a:t>dini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trajtoni</a:t>
            </a:r>
            <a:r>
              <a:rPr dirty="0"/>
              <a:t> </a:t>
            </a:r>
            <a:r>
              <a:rPr dirty="0" err="1"/>
              <a:t>gjestet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navigimin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Flutter!</a:t>
            </a:r>
            <a:endParaRPr lang="en-US" dirty="0"/>
          </a:p>
          <a:p>
            <a:r>
              <a:rPr lang="en-US" dirty="0" err="1"/>
              <a:t>Gestet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rëndësishme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ndërveprimin</a:t>
            </a:r>
            <a:r>
              <a:rPr lang="en-US" dirty="0"/>
              <a:t> e </a:t>
            </a:r>
            <a:r>
              <a:rPr lang="en-US" dirty="0" err="1"/>
              <a:t>përdoruesit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personalizohen</a:t>
            </a:r>
            <a:r>
              <a:rPr lang="en-US" dirty="0"/>
              <a:t> me </a:t>
            </a:r>
            <a:r>
              <a:rPr lang="en-US" dirty="0" err="1"/>
              <a:t>GestureDetector</a:t>
            </a:r>
            <a:r>
              <a:rPr lang="en-US" dirty="0"/>
              <a:t>.</a:t>
            </a:r>
          </a:p>
          <a:p>
            <a:r>
              <a:rPr lang="en-US" dirty="0" err="1"/>
              <a:t>Navigimi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Flutter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fleksibël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përfshin</a:t>
            </a:r>
            <a:r>
              <a:rPr lang="en-US" dirty="0"/>
              <a:t> Stack, Drawer, Tabs </a:t>
            </a:r>
            <a:r>
              <a:rPr lang="en-US" dirty="0" err="1"/>
              <a:t>dhe</a:t>
            </a:r>
            <a:r>
              <a:rPr lang="en-US" dirty="0"/>
              <a:t> Dialogs.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Për</a:t>
            </a:r>
            <a:r>
              <a:rPr lang="en-US" dirty="0" err="1"/>
              <a:t>mbledhja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5616"/>
            <a:ext cx="5085761" cy="4537746"/>
          </a:xfrm>
        </p:spPr>
        <p:txBody>
          <a:bodyPr>
            <a:normAutofit/>
          </a:bodyPr>
          <a:lstStyle/>
          <a:p>
            <a:r>
              <a:rPr dirty="0" err="1"/>
              <a:t>Tani</a:t>
            </a:r>
            <a:r>
              <a:rPr dirty="0"/>
              <a:t> e </a:t>
            </a:r>
            <a:r>
              <a:rPr dirty="0" err="1"/>
              <a:t>dini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të</a:t>
            </a:r>
            <a:r>
              <a:rPr dirty="0"/>
              <a:t> </a:t>
            </a:r>
            <a:r>
              <a:rPr dirty="0" err="1"/>
              <a:t>trajtoni</a:t>
            </a:r>
            <a:r>
              <a:rPr dirty="0"/>
              <a:t> </a:t>
            </a:r>
            <a:r>
              <a:rPr dirty="0" err="1"/>
              <a:t>gjestet</a:t>
            </a:r>
            <a:r>
              <a:rPr dirty="0"/>
              <a:t> </a:t>
            </a:r>
            <a:r>
              <a:rPr dirty="0" err="1"/>
              <a:t>dhe</a:t>
            </a:r>
            <a:r>
              <a:rPr dirty="0"/>
              <a:t> </a:t>
            </a:r>
            <a:r>
              <a:rPr dirty="0" err="1"/>
              <a:t>navigimin</a:t>
            </a:r>
            <a:r>
              <a:rPr dirty="0"/>
              <a:t> </a:t>
            </a:r>
            <a:r>
              <a:rPr dirty="0" err="1"/>
              <a:t>në</a:t>
            </a:r>
            <a:r>
              <a:rPr dirty="0"/>
              <a:t> Flutter!</a:t>
            </a:r>
            <a:endParaRPr lang="en-US" dirty="0"/>
          </a:p>
          <a:p>
            <a:r>
              <a:rPr lang="en-US" dirty="0" err="1"/>
              <a:t>Gestet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rëndësishme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ndërveprimin</a:t>
            </a:r>
            <a:r>
              <a:rPr lang="en-US" dirty="0"/>
              <a:t> e </a:t>
            </a:r>
            <a:r>
              <a:rPr lang="en-US" dirty="0" err="1"/>
              <a:t>përdoruesit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personalizohen</a:t>
            </a:r>
            <a:r>
              <a:rPr lang="en-US" dirty="0"/>
              <a:t> me </a:t>
            </a:r>
            <a:r>
              <a:rPr lang="en-US" dirty="0" err="1"/>
              <a:t>GestureDetector</a:t>
            </a:r>
            <a:r>
              <a:rPr lang="en-US" dirty="0"/>
              <a:t>.</a:t>
            </a:r>
          </a:p>
          <a:p>
            <a:r>
              <a:rPr lang="en-US" dirty="0" err="1"/>
              <a:t>Navigimi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Flutter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fleksibël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përfshin</a:t>
            </a:r>
            <a:r>
              <a:rPr lang="en-US" dirty="0"/>
              <a:t> Stack, Drawer, Tabs </a:t>
            </a:r>
            <a:r>
              <a:rPr lang="en-US" dirty="0" err="1"/>
              <a:t>dhe</a:t>
            </a:r>
            <a:r>
              <a:rPr lang="en-US" dirty="0"/>
              <a:t> Dialogs.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38CFB-53B1-4C07-835B-EF7DC831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473" y="405352"/>
            <a:ext cx="3058932" cy="53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28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Përfundim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lang="en-US" dirty="0" err="1"/>
              <a:t>Leksionit</a:t>
            </a:r>
            <a:r>
              <a:rPr lang="en-US" dirty="0"/>
              <a:t>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 ofron shumë mundësi për navigim dhe ndërveprim, duke përfshirë gjeste të personalizuara dhe mënyra të ndryshme të navigimit.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85</TotalTime>
  <Words>1341</Words>
  <Application>Microsoft Office PowerPoint</Application>
  <PresentationFormat>On-screen Show (4:3)</PresentationFormat>
  <Paragraphs>153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Gill Sans MT</vt:lpstr>
      <vt:lpstr>Gallery</vt:lpstr>
      <vt:lpstr>Leksion 3</vt:lpstr>
      <vt:lpstr>Përgjigjja ndaj gjesteve</vt:lpstr>
      <vt:lpstr>Familja e Butonave</vt:lpstr>
      <vt:lpstr>Shembull: ElevatedButton</vt:lpstr>
      <vt:lpstr>Shembull: IconButton</vt:lpstr>
      <vt:lpstr>Gjestet e Personalizuara</vt:lpstr>
      <vt:lpstr>Shembull: onTap</vt:lpstr>
      <vt:lpstr>Shembull: onLongPress</vt:lpstr>
      <vt:lpstr>Shembull: Swiping</vt:lpstr>
      <vt:lpstr>Shembull: Pinch Zoom</vt:lpstr>
      <vt:lpstr>Kap. 6: Navigimi dhe Rrugëzimi</vt:lpstr>
      <vt:lpstr>Shembull: push dhe pop</vt:lpstr>
      <vt:lpstr>Anonymous Routing</vt:lpstr>
      <vt:lpstr>Shembull: Drawer Widget</vt:lpstr>
      <vt:lpstr>Tab Navigation</vt:lpstr>
      <vt:lpstr>Shembull: TabBar</vt:lpstr>
      <vt:lpstr>Dialog Navigation</vt:lpstr>
      <vt:lpstr>Shembull: AlertDialog</vt:lpstr>
      <vt:lpstr>Shembull: Drag and Drop</vt:lpstr>
      <vt:lpstr>Dismissing Items</vt:lpstr>
      <vt:lpstr>Shembull: Dismissible</vt:lpstr>
      <vt:lpstr>Gjestet në ListView</vt:lpstr>
      <vt:lpstr>Navigator 2.0</vt:lpstr>
      <vt:lpstr>Shembull: Kalimi i Argumenteve</vt:lpstr>
      <vt:lpstr>Navigimi me BottomNavigationBar</vt:lpstr>
      <vt:lpstr>Shiriti i animuar i lundrimit në fund</vt:lpstr>
      <vt:lpstr>Shembull: BottomNavigationBar</vt:lpstr>
      <vt:lpstr>Përmbledhja</vt:lpstr>
      <vt:lpstr>Përmbledhja</vt:lpstr>
      <vt:lpstr>Përfundim i Leksionit 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Kapaku</dc:title>
  <dc:subject/>
  <dc:creator/>
  <cp:keywords/>
  <dc:description>generated using python-pptx</dc:description>
  <cp:lastModifiedBy>CTS</cp:lastModifiedBy>
  <cp:revision>24</cp:revision>
  <dcterms:created xsi:type="dcterms:W3CDTF">2013-01-27T09:14:16Z</dcterms:created>
  <dcterms:modified xsi:type="dcterms:W3CDTF">2026-02-22T23:27:48Z</dcterms:modified>
  <cp:category/>
</cp:coreProperties>
</file>